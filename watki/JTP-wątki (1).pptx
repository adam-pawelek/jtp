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57" r:id="rId4"/>
    <p:sldId id="258" r:id="rId5"/>
    <p:sldId id="259" r:id="rId6"/>
    <p:sldId id="260" r:id="rId7"/>
    <p:sldId id="261" r:id="rId8"/>
    <p:sldId id="262" r:id="rId9"/>
    <p:sldId id="263" r:id="rId10"/>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105" d="100"/>
          <a:sy n="105" d="100"/>
        </p:scale>
        <p:origin x="138" y="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customXml" Target="../customXml/item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75A981A-F614-4ED9-9285-8E57A734D29C}"/>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a:extLst>
              <a:ext uri="{FF2B5EF4-FFF2-40B4-BE49-F238E27FC236}">
                <a16:creationId xmlns:a16="http://schemas.microsoft.com/office/drawing/2014/main" id="{DE344BEF-82C9-4832-9414-69C86A1D6A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a:extLst>
              <a:ext uri="{FF2B5EF4-FFF2-40B4-BE49-F238E27FC236}">
                <a16:creationId xmlns:a16="http://schemas.microsoft.com/office/drawing/2014/main" id="{4C1D6542-8F3E-42AF-A3E2-C79A8CA5231D}"/>
              </a:ext>
            </a:extLst>
          </p:cNvPr>
          <p:cNvSpPr>
            <a:spLocks noGrp="1"/>
          </p:cNvSpPr>
          <p:nvPr>
            <p:ph type="dt" sz="half" idx="10"/>
          </p:nvPr>
        </p:nvSpPr>
        <p:spPr/>
        <p:txBody>
          <a:bodyPr/>
          <a:lstStyle/>
          <a:p>
            <a:fld id="{5D485FFC-5702-47CB-93E6-A0225A75365C}" type="datetimeFigureOut">
              <a:rPr lang="pl-PL" smtClean="0"/>
              <a:t>18.05.2020</a:t>
            </a:fld>
            <a:endParaRPr lang="pl-PL"/>
          </a:p>
        </p:txBody>
      </p:sp>
      <p:sp>
        <p:nvSpPr>
          <p:cNvPr id="5" name="Symbol zastępczy stopki 4">
            <a:extLst>
              <a:ext uri="{FF2B5EF4-FFF2-40B4-BE49-F238E27FC236}">
                <a16:creationId xmlns:a16="http://schemas.microsoft.com/office/drawing/2014/main" id="{A89A370C-6CBE-46F0-9206-C39CA5610A33}"/>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1B63146E-BF0E-4ECC-AA42-0DACA95BDC29}"/>
              </a:ext>
            </a:extLst>
          </p:cNvPr>
          <p:cNvSpPr>
            <a:spLocks noGrp="1"/>
          </p:cNvSpPr>
          <p:nvPr>
            <p:ph type="sldNum" sz="quarter" idx="12"/>
          </p:nvPr>
        </p:nvSpPr>
        <p:spPr/>
        <p:txBody>
          <a:bodyPr/>
          <a:lstStyle/>
          <a:p>
            <a:fld id="{39602A7B-1EE8-46E6-A862-79A86C23871E}" type="slidenum">
              <a:rPr lang="pl-PL" smtClean="0"/>
              <a:t>‹#›</a:t>
            </a:fld>
            <a:endParaRPr lang="pl-PL"/>
          </a:p>
        </p:txBody>
      </p:sp>
    </p:spTree>
    <p:extLst>
      <p:ext uri="{BB962C8B-B14F-4D97-AF65-F5344CB8AC3E}">
        <p14:creationId xmlns:p14="http://schemas.microsoft.com/office/powerpoint/2010/main" val="1456339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1ADB326-AC3D-4F56-BE4B-0A8F6DB3979B}"/>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2E5AC1CD-48D8-460B-8A7D-1090143CE7D0}"/>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88B091F0-3A65-47DB-BE84-F3743DD1FDE3}"/>
              </a:ext>
            </a:extLst>
          </p:cNvPr>
          <p:cNvSpPr>
            <a:spLocks noGrp="1"/>
          </p:cNvSpPr>
          <p:nvPr>
            <p:ph type="dt" sz="half" idx="10"/>
          </p:nvPr>
        </p:nvSpPr>
        <p:spPr/>
        <p:txBody>
          <a:bodyPr/>
          <a:lstStyle/>
          <a:p>
            <a:fld id="{5D485FFC-5702-47CB-93E6-A0225A75365C}" type="datetimeFigureOut">
              <a:rPr lang="pl-PL" smtClean="0"/>
              <a:t>18.05.2020</a:t>
            </a:fld>
            <a:endParaRPr lang="pl-PL"/>
          </a:p>
        </p:txBody>
      </p:sp>
      <p:sp>
        <p:nvSpPr>
          <p:cNvPr id="5" name="Symbol zastępczy stopki 4">
            <a:extLst>
              <a:ext uri="{FF2B5EF4-FFF2-40B4-BE49-F238E27FC236}">
                <a16:creationId xmlns:a16="http://schemas.microsoft.com/office/drawing/2014/main" id="{9D79B699-D1FB-47DD-8A59-4DE36E56F8E0}"/>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FDA6B307-4C95-4AB6-A497-A407D9D5B203}"/>
              </a:ext>
            </a:extLst>
          </p:cNvPr>
          <p:cNvSpPr>
            <a:spLocks noGrp="1"/>
          </p:cNvSpPr>
          <p:nvPr>
            <p:ph type="sldNum" sz="quarter" idx="12"/>
          </p:nvPr>
        </p:nvSpPr>
        <p:spPr/>
        <p:txBody>
          <a:bodyPr/>
          <a:lstStyle/>
          <a:p>
            <a:fld id="{39602A7B-1EE8-46E6-A862-79A86C23871E}" type="slidenum">
              <a:rPr lang="pl-PL" smtClean="0"/>
              <a:t>‹#›</a:t>
            </a:fld>
            <a:endParaRPr lang="pl-PL"/>
          </a:p>
        </p:txBody>
      </p:sp>
    </p:spTree>
    <p:extLst>
      <p:ext uri="{BB962C8B-B14F-4D97-AF65-F5344CB8AC3E}">
        <p14:creationId xmlns:p14="http://schemas.microsoft.com/office/powerpoint/2010/main" val="2409664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424A657-EB4F-44DB-A78F-2A9436F5C177}"/>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a:extLst>
              <a:ext uri="{FF2B5EF4-FFF2-40B4-BE49-F238E27FC236}">
                <a16:creationId xmlns:a16="http://schemas.microsoft.com/office/drawing/2014/main" id="{2A91DD62-6DB2-49B8-A9A9-C9045CFF46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28B9B8CC-1912-4BAB-A9C1-AC6C6351E754}"/>
              </a:ext>
            </a:extLst>
          </p:cNvPr>
          <p:cNvSpPr>
            <a:spLocks noGrp="1"/>
          </p:cNvSpPr>
          <p:nvPr>
            <p:ph type="dt" sz="half" idx="10"/>
          </p:nvPr>
        </p:nvSpPr>
        <p:spPr/>
        <p:txBody>
          <a:bodyPr/>
          <a:lstStyle/>
          <a:p>
            <a:fld id="{5D485FFC-5702-47CB-93E6-A0225A75365C}" type="datetimeFigureOut">
              <a:rPr lang="pl-PL" smtClean="0"/>
              <a:t>18.05.2020</a:t>
            </a:fld>
            <a:endParaRPr lang="pl-PL"/>
          </a:p>
        </p:txBody>
      </p:sp>
      <p:sp>
        <p:nvSpPr>
          <p:cNvPr id="5" name="Symbol zastępczy stopki 4">
            <a:extLst>
              <a:ext uri="{FF2B5EF4-FFF2-40B4-BE49-F238E27FC236}">
                <a16:creationId xmlns:a16="http://schemas.microsoft.com/office/drawing/2014/main" id="{20DFFC5F-7D36-435F-AB11-B8B90EA04D3F}"/>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EFF4A884-51AE-4E66-B98C-2F80F314FE9B}"/>
              </a:ext>
            </a:extLst>
          </p:cNvPr>
          <p:cNvSpPr>
            <a:spLocks noGrp="1"/>
          </p:cNvSpPr>
          <p:nvPr>
            <p:ph type="sldNum" sz="quarter" idx="12"/>
          </p:nvPr>
        </p:nvSpPr>
        <p:spPr/>
        <p:txBody>
          <a:bodyPr/>
          <a:lstStyle/>
          <a:p>
            <a:fld id="{39602A7B-1EE8-46E6-A862-79A86C23871E}" type="slidenum">
              <a:rPr lang="pl-PL" smtClean="0"/>
              <a:t>‹#›</a:t>
            </a:fld>
            <a:endParaRPr lang="pl-PL"/>
          </a:p>
        </p:txBody>
      </p:sp>
    </p:spTree>
    <p:extLst>
      <p:ext uri="{BB962C8B-B14F-4D97-AF65-F5344CB8AC3E}">
        <p14:creationId xmlns:p14="http://schemas.microsoft.com/office/powerpoint/2010/main" val="2929882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972748D-2424-4506-9EA4-69CE4A4D0A57}"/>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CD4D45D4-D217-4CCE-A4EC-9CDBC4F1D073}"/>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F39E3697-855A-4E5B-A470-43A65CB255BD}"/>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1E8D0D2B-C7FB-4D74-A213-0CE7CC703657}"/>
              </a:ext>
            </a:extLst>
          </p:cNvPr>
          <p:cNvSpPr>
            <a:spLocks noGrp="1"/>
          </p:cNvSpPr>
          <p:nvPr>
            <p:ph type="dt" sz="half" idx="10"/>
          </p:nvPr>
        </p:nvSpPr>
        <p:spPr/>
        <p:txBody>
          <a:bodyPr/>
          <a:lstStyle/>
          <a:p>
            <a:fld id="{5D485FFC-5702-47CB-93E6-A0225A75365C}" type="datetimeFigureOut">
              <a:rPr lang="pl-PL" smtClean="0"/>
              <a:t>18.05.2020</a:t>
            </a:fld>
            <a:endParaRPr lang="pl-PL"/>
          </a:p>
        </p:txBody>
      </p:sp>
      <p:sp>
        <p:nvSpPr>
          <p:cNvPr id="6" name="Symbol zastępczy stopki 5">
            <a:extLst>
              <a:ext uri="{FF2B5EF4-FFF2-40B4-BE49-F238E27FC236}">
                <a16:creationId xmlns:a16="http://schemas.microsoft.com/office/drawing/2014/main" id="{F765B9D6-5FD4-4906-8215-0B4DA5C7D9F2}"/>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5EE9B7A8-8345-46BF-82A4-6508C86DD797}"/>
              </a:ext>
            </a:extLst>
          </p:cNvPr>
          <p:cNvSpPr>
            <a:spLocks noGrp="1"/>
          </p:cNvSpPr>
          <p:nvPr>
            <p:ph type="sldNum" sz="quarter" idx="12"/>
          </p:nvPr>
        </p:nvSpPr>
        <p:spPr/>
        <p:txBody>
          <a:bodyPr/>
          <a:lstStyle/>
          <a:p>
            <a:fld id="{39602A7B-1EE8-46E6-A862-79A86C23871E}" type="slidenum">
              <a:rPr lang="pl-PL" smtClean="0"/>
              <a:t>‹#›</a:t>
            </a:fld>
            <a:endParaRPr lang="pl-PL"/>
          </a:p>
        </p:txBody>
      </p:sp>
    </p:spTree>
    <p:extLst>
      <p:ext uri="{BB962C8B-B14F-4D97-AF65-F5344CB8AC3E}">
        <p14:creationId xmlns:p14="http://schemas.microsoft.com/office/powerpoint/2010/main" val="31821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E974F0C-BF2C-40B8-B41D-28B7DEBE5073}"/>
              </a:ext>
            </a:extLst>
          </p:cNvPr>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a:extLst>
              <a:ext uri="{FF2B5EF4-FFF2-40B4-BE49-F238E27FC236}">
                <a16:creationId xmlns:a16="http://schemas.microsoft.com/office/drawing/2014/main" id="{5BE5311A-4F5E-41A2-B4D1-8D04B63B05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31D64E32-5CA3-4568-AAB9-0DADE723F2B7}"/>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0CA1FE53-8BBD-4FCB-B5CA-6288AAF8FD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D4902767-7C79-4347-8E62-F139E5899BF3}"/>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FE0A65DD-2E2B-4AF7-BAB5-C32C3A4516E4}"/>
              </a:ext>
            </a:extLst>
          </p:cNvPr>
          <p:cNvSpPr>
            <a:spLocks noGrp="1"/>
          </p:cNvSpPr>
          <p:nvPr>
            <p:ph type="dt" sz="half" idx="10"/>
          </p:nvPr>
        </p:nvSpPr>
        <p:spPr/>
        <p:txBody>
          <a:bodyPr/>
          <a:lstStyle/>
          <a:p>
            <a:fld id="{5D485FFC-5702-47CB-93E6-A0225A75365C}" type="datetimeFigureOut">
              <a:rPr lang="pl-PL" smtClean="0"/>
              <a:t>18.05.2020</a:t>
            </a:fld>
            <a:endParaRPr lang="pl-PL"/>
          </a:p>
        </p:txBody>
      </p:sp>
      <p:sp>
        <p:nvSpPr>
          <p:cNvPr id="8" name="Symbol zastępczy stopki 7">
            <a:extLst>
              <a:ext uri="{FF2B5EF4-FFF2-40B4-BE49-F238E27FC236}">
                <a16:creationId xmlns:a16="http://schemas.microsoft.com/office/drawing/2014/main" id="{200C6731-0EE9-4997-95D4-813D841230A6}"/>
              </a:ext>
            </a:extLst>
          </p:cNvPr>
          <p:cNvSpPr>
            <a:spLocks noGrp="1"/>
          </p:cNvSpPr>
          <p:nvPr>
            <p:ph type="ftr" sz="quarter" idx="11"/>
          </p:nvPr>
        </p:nvSpPr>
        <p:spPr/>
        <p:txBody>
          <a:bodyPr/>
          <a:lstStyle/>
          <a:p>
            <a:endParaRPr lang="pl-PL"/>
          </a:p>
        </p:txBody>
      </p:sp>
      <p:sp>
        <p:nvSpPr>
          <p:cNvPr id="9" name="Symbol zastępczy numeru slajdu 8">
            <a:extLst>
              <a:ext uri="{FF2B5EF4-FFF2-40B4-BE49-F238E27FC236}">
                <a16:creationId xmlns:a16="http://schemas.microsoft.com/office/drawing/2014/main" id="{6FE1FC60-3CB2-444B-B03F-344AE440FFE1}"/>
              </a:ext>
            </a:extLst>
          </p:cNvPr>
          <p:cNvSpPr>
            <a:spLocks noGrp="1"/>
          </p:cNvSpPr>
          <p:nvPr>
            <p:ph type="sldNum" sz="quarter" idx="12"/>
          </p:nvPr>
        </p:nvSpPr>
        <p:spPr/>
        <p:txBody>
          <a:bodyPr/>
          <a:lstStyle/>
          <a:p>
            <a:fld id="{39602A7B-1EE8-46E6-A862-79A86C23871E}" type="slidenum">
              <a:rPr lang="pl-PL" smtClean="0"/>
              <a:t>‹#›</a:t>
            </a:fld>
            <a:endParaRPr lang="pl-PL"/>
          </a:p>
        </p:txBody>
      </p:sp>
    </p:spTree>
    <p:extLst>
      <p:ext uri="{BB962C8B-B14F-4D97-AF65-F5344CB8AC3E}">
        <p14:creationId xmlns:p14="http://schemas.microsoft.com/office/powerpoint/2010/main" val="3936222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1270958-1FBB-4AEC-BE50-EF17E5B0D272}"/>
              </a:ext>
            </a:extLst>
          </p:cNvPr>
          <p:cNvSpPr>
            <a:spLocks noGrp="1"/>
          </p:cNvSpPr>
          <p:nvPr>
            <p:ph type="title"/>
          </p:nvPr>
        </p:nvSpPr>
        <p:spPr/>
        <p:txBody>
          <a:bodyPr/>
          <a:lstStyle/>
          <a:p>
            <a:r>
              <a:rPr lang="pl-PL"/>
              <a:t>Kliknij, aby edytować styl</a:t>
            </a:r>
          </a:p>
        </p:txBody>
      </p:sp>
      <p:sp>
        <p:nvSpPr>
          <p:cNvPr id="3" name="Symbol zastępczy daty 2">
            <a:extLst>
              <a:ext uri="{FF2B5EF4-FFF2-40B4-BE49-F238E27FC236}">
                <a16:creationId xmlns:a16="http://schemas.microsoft.com/office/drawing/2014/main" id="{75FAC7A1-83CB-4301-9E70-AFDB71771D93}"/>
              </a:ext>
            </a:extLst>
          </p:cNvPr>
          <p:cNvSpPr>
            <a:spLocks noGrp="1"/>
          </p:cNvSpPr>
          <p:nvPr>
            <p:ph type="dt" sz="half" idx="10"/>
          </p:nvPr>
        </p:nvSpPr>
        <p:spPr/>
        <p:txBody>
          <a:bodyPr/>
          <a:lstStyle/>
          <a:p>
            <a:fld id="{5D485FFC-5702-47CB-93E6-A0225A75365C}" type="datetimeFigureOut">
              <a:rPr lang="pl-PL" smtClean="0"/>
              <a:t>18.05.2020</a:t>
            </a:fld>
            <a:endParaRPr lang="pl-PL"/>
          </a:p>
        </p:txBody>
      </p:sp>
      <p:sp>
        <p:nvSpPr>
          <p:cNvPr id="4" name="Symbol zastępczy stopki 3">
            <a:extLst>
              <a:ext uri="{FF2B5EF4-FFF2-40B4-BE49-F238E27FC236}">
                <a16:creationId xmlns:a16="http://schemas.microsoft.com/office/drawing/2014/main" id="{322F0645-B531-4875-A393-085E85EF6783}"/>
              </a:ext>
            </a:extLst>
          </p:cNvPr>
          <p:cNvSpPr>
            <a:spLocks noGrp="1"/>
          </p:cNvSpPr>
          <p:nvPr>
            <p:ph type="ftr" sz="quarter" idx="11"/>
          </p:nvPr>
        </p:nvSpPr>
        <p:spPr/>
        <p:txBody>
          <a:bodyPr/>
          <a:lstStyle/>
          <a:p>
            <a:endParaRPr lang="pl-PL"/>
          </a:p>
        </p:txBody>
      </p:sp>
      <p:sp>
        <p:nvSpPr>
          <p:cNvPr id="5" name="Symbol zastępczy numeru slajdu 4">
            <a:extLst>
              <a:ext uri="{FF2B5EF4-FFF2-40B4-BE49-F238E27FC236}">
                <a16:creationId xmlns:a16="http://schemas.microsoft.com/office/drawing/2014/main" id="{A14B0710-0F1F-46BD-93A6-797D8460BDEE}"/>
              </a:ext>
            </a:extLst>
          </p:cNvPr>
          <p:cNvSpPr>
            <a:spLocks noGrp="1"/>
          </p:cNvSpPr>
          <p:nvPr>
            <p:ph type="sldNum" sz="quarter" idx="12"/>
          </p:nvPr>
        </p:nvSpPr>
        <p:spPr/>
        <p:txBody>
          <a:bodyPr/>
          <a:lstStyle/>
          <a:p>
            <a:fld id="{39602A7B-1EE8-46E6-A862-79A86C23871E}" type="slidenum">
              <a:rPr lang="pl-PL" smtClean="0"/>
              <a:t>‹#›</a:t>
            </a:fld>
            <a:endParaRPr lang="pl-PL"/>
          </a:p>
        </p:txBody>
      </p:sp>
    </p:spTree>
    <p:extLst>
      <p:ext uri="{BB962C8B-B14F-4D97-AF65-F5344CB8AC3E}">
        <p14:creationId xmlns:p14="http://schemas.microsoft.com/office/powerpoint/2010/main" val="277199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5E17BD4F-AC56-4D67-917E-1EEBCE59A17D}"/>
              </a:ext>
            </a:extLst>
          </p:cNvPr>
          <p:cNvSpPr>
            <a:spLocks noGrp="1"/>
          </p:cNvSpPr>
          <p:nvPr>
            <p:ph type="dt" sz="half" idx="10"/>
          </p:nvPr>
        </p:nvSpPr>
        <p:spPr/>
        <p:txBody>
          <a:bodyPr/>
          <a:lstStyle/>
          <a:p>
            <a:fld id="{5D485FFC-5702-47CB-93E6-A0225A75365C}" type="datetimeFigureOut">
              <a:rPr lang="pl-PL" smtClean="0"/>
              <a:t>18.05.2020</a:t>
            </a:fld>
            <a:endParaRPr lang="pl-PL"/>
          </a:p>
        </p:txBody>
      </p:sp>
      <p:sp>
        <p:nvSpPr>
          <p:cNvPr id="3" name="Symbol zastępczy stopki 2">
            <a:extLst>
              <a:ext uri="{FF2B5EF4-FFF2-40B4-BE49-F238E27FC236}">
                <a16:creationId xmlns:a16="http://schemas.microsoft.com/office/drawing/2014/main" id="{78F3A303-8DC4-4E27-9DD6-BF94215B121D}"/>
              </a:ext>
            </a:extLst>
          </p:cNvPr>
          <p:cNvSpPr>
            <a:spLocks noGrp="1"/>
          </p:cNvSpPr>
          <p:nvPr>
            <p:ph type="ftr" sz="quarter" idx="11"/>
          </p:nvPr>
        </p:nvSpPr>
        <p:spPr/>
        <p:txBody>
          <a:bodyPr/>
          <a:lstStyle/>
          <a:p>
            <a:endParaRPr lang="pl-PL"/>
          </a:p>
        </p:txBody>
      </p:sp>
      <p:sp>
        <p:nvSpPr>
          <p:cNvPr id="4" name="Symbol zastępczy numeru slajdu 3">
            <a:extLst>
              <a:ext uri="{FF2B5EF4-FFF2-40B4-BE49-F238E27FC236}">
                <a16:creationId xmlns:a16="http://schemas.microsoft.com/office/drawing/2014/main" id="{EDA0F27F-D216-4FC6-86AD-2E9A6C8DA7CB}"/>
              </a:ext>
            </a:extLst>
          </p:cNvPr>
          <p:cNvSpPr>
            <a:spLocks noGrp="1"/>
          </p:cNvSpPr>
          <p:nvPr>
            <p:ph type="sldNum" sz="quarter" idx="12"/>
          </p:nvPr>
        </p:nvSpPr>
        <p:spPr/>
        <p:txBody>
          <a:bodyPr/>
          <a:lstStyle/>
          <a:p>
            <a:fld id="{39602A7B-1EE8-46E6-A862-79A86C23871E}" type="slidenum">
              <a:rPr lang="pl-PL" smtClean="0"/>
              <a:t>‹#›</a:t>
            </a:fld>
            <a:endParaRPr lang="pl-PL"/>
          </a:p>
        </p:txBody>
      </p:sp>
    </p:spTree>
    <p:extLst>
      <p:ext uri="{BB962C8B-B14F-4D97-AF65-F5344CB8AC3E}">
        <p14:creationId xmlns:p14="http://schemas.microsoft.com/office/powerpoint/2010/main" val="2437665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95AAB5F-A701-4BAA-A61D-5916D3D7A313}"/>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a:extLst>
              <a:ext uri="{FF2B5EF4-FFF2-40B4-BE49-F238E27FC236}">
                <a16:creationId xmlns:a16="http://schemas.microsoft.com/office/drawing/2014/main" id="{4DAA3BA3-CDB9-408F-8BA0-0E4AB804AA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AA933D35-493B-49C6-AB12-F0C0CC2868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E0B7B900-CEC6-4270-B90A-3E9179032289}"/>
              </a:ext>
            </a:extLst>
          </p:cNvPr>
          <p:cNvSpPr>
            <a:spLocks noGrp="1"/>
          </p:cNvSpPr>
          <p:nvPr>
            <p:ph type="dt" sz="half" idx="10"/>
          </p:nvPr>
        </p:nvSpPr>
        <p:spPr/>
        <p:txBody>
          <a:bodyPr/>
          <a:lstStyle/>
          <a:p>
            <a:fld id="{5D485FFC-5702-47CB-93E6-A0225A75365C}" type="datetimeFigureOut">
              <a:rPr lang="pl-PL" smtClean="0"/>
              <a:t>18.05.2020</a:t>
            </a:fld>
            <a:endParaRPr lang="pl-PL"/>
          </a:p>
        </p:txBody>
      </p:sp>
      <p:sp>
        <p:nvSpPr>
          <p:cNvPr id="6" name="Symbol zastępczy stopki 5">
            <a:extLst>
              <a:ext uri="{FF2B5EF4-FFF2-40B4-BE49-F238E27FC236}">
                <a16:creationId xmlns:a16="http://schemas.microsoft.com/office/drawing/2014/main" id="{F7EF02C5-370E-45D2-A445-41359020D18B}"/>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E42B3870-4B67-4E34-ACE1-60416931B2BE}"/>
              </a:ext>
            </a:extLst>
          </p:cNvPr>
          <p:cNvSpPr>
            <a:spLocks noGrp="1"/>
          </p:cNvSpPr>
          <p:nvPr>
            <p:ph type="sldNum" sz="quarter" idx="12"/>
          </p:nvPr>
        </p:nvSpPr>
        <p:spPr/>
        <p:txBody>
          <a:bodyPr/>
          <a:lstStyle/>
          <a:p>
            <a:fld id="{39602A7B-1EE8-46E6-A862-79A86C23871E}" type="slidenum">
              <a:rPr lang="pl-PL" smtClean="0"/>
              <a:t>‹#›</a:t>
            </a:fld>
            <a:endParaRPr lang="pl-PL"/>
          </a:p>
        </p:txBody>
      </p:sp>
    </p:spTree>
    <p:extLst>
      <p:ext uri="{BB962C8B-B14F-4D97-AF65-F5344CB8AC3E}">
        <p14:creationId xmlns:p14="http://schemas.microsoft.com/office/powerpoint/2010/main" val="2425687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4E73715-48EF-472A-8EE3-BC98A8AFA11D}"/>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a:extLst>
              <a:ext uri="{FF2B5EF4-FFF2-40B4-BE49-F238E27FC236}">
                <a16:creationId xmlns:a16="http://schemas.microsoft.com/office/drawing/2014/main" id="{7A1A0457-D7B1-40B1-9E33-ABCD8B2ADA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a:extLst>
              <a:ext uri="{FF2B5EF4-FFF2-40B4-BE49-F238E27FC236}">
                <a16:creationId xmlns:a16="http://schemas.microsoft.com/office/drawing/2014/main" id="{A59F00A3-E592-4033-9995-A6AB4D117D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4AB1E811-943B-442D-9CE8-21769EE72901}"/>
              </a:ext>
            </a:extLst>
          </p:cNvPr>
          <p:cNvSpPr>
            <a:spLocks noGrp="1"/>
          </p:cNvSpPr>
          <p:nvPr>
            <p:ph type="dt" sz="half" idx="10"/>
          </p:nvPr>
        </p:nvSpPr>
        <p:spPr/>
        <p:txBody>
          <a:bodyPr/>
          <a:lstStyle/>
          <a:p>
            <a:fld id="{5D485FFC-5702-47CB-93E6-A0225A75365C}" type="datetimeFigureOut">
              <a:rPr lang="pl-PL" smtClean="0"/>
              <a:t>18.05.2020</a:t>
            </a:fld>
            <a:endParaRPr lang="pl-PL"/>
          </a:p>
        </p:txBody>
      </p:sp>
      <p:sp>
        <p:nvSpPr>
          <p:cNvPr id="6" name="Symbol zastępczy stopki 5">
            <a:extLst>
              <a:ext uri="{FF2B5EF4-FFF2-40B4-BE49-F238E27FC236}">
                <a16:creationId xmlns:a16="http://schemas.microsoft.com/office/drawing/2014/main" id="{689711C0-0A65-42AC-A9C1-A44E8761FD31}"/>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684E683A-C126-4395-B79D-9161448ECA75}"/>
              </a:ext>
            </a:extLst>
          </p:cNvPr>
          <p:cNvSpPr>
            <a:spLocks noGrp="1"/>
          </p:cNvSpPr>
          <p:nvPr>
            <p:ph type="sldNum" sz="quarter" idx="12"/>
          </p:nvPr>
        </p:nvSpPr>
        <p:spPr/>
        <p:txBody>
          <a:bodyPr/>
          <a:lstStyle/>
          <a:p>
            <a:fld id="{39602A7B-1EE8-46E6-A862-79A86C23871E}" type="slidenum">
              <a:rPr lang="pl-PL" smtClean="0"/>
              <a:t>‹#›</a:t>
            </a:fld>
            <a:endParaRPr lang="pl-PL"/>
          </a:p>
        </p:txBody>
      </p:sp>
    </p:spTree>
    <p:extLst>
      <p:ext uri="{BB962C8B-B14F-4D97-AF65-F5344CB8AC3E}">
        <p14:creationId xmlns:p14="http://schemas.microsoft.com/office/powerpoint/2010/main" val="3919235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624B80C-089B-469B-BC7D-4E65BAB4CD7B}"/>
              </a:ext>
            </a:extLst>
          </p:cNvPr>
          <p:cNvSpPr>
            <a:spLocks noGrp="1"/>
          </p:cNvSpPr>
          <p:nvPr>
            <p:ph type="title"/>
          </p:nvPr>
        </p:nvSpPr>
        <p:spPr/>
        <p:txBody>
          <a:bodyPr/>
          <a:lstStyle/>
          <a:p>
            <a:r>
              <a:rPr lang="pl-PL"/>
              <a:t>Kliknij, aby edytować styl</a:t>
            </a:r>
          </a:p>
        </p:txBody>
      </p:sp>
      <p:sp>
        <p:nvSpPr>
          <p:cNvPr id="3" name="Symbol zastępczy tytułu pionowego 2">
            <a:extLst>
              <a:ext uri="{FF2B5EF4-FFF2-40B4-BE49-F238E27FC236}">
                <a16:creationId xmlns:a16="http://schemas.microsoft.com/office/drawing/2014/main" id="{F47AB5DE-891C-47B1-AA8C-E2047F768FB9}"/>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D0218633-059A-425E-83A5-FFF33CA153DE}"/>
              </a:ext>
            </a:extLst>
          </p:cNvPr>
          <p:cNvSpPr>
            <a:spLocks noGrp="1"/>
          </p:cNvSpPr>
          <p:nvPr>
            <p:ph type="dt" sz="half" idx="10"/>
          </p:nvPr>
        </p:nvSpPr>
        <p:spPr/>
        <p:txBody>
          <a:bodyPr/>
          <a:lstStyle/>
          <a:p>
            <a:fld id="{5D485FFC-5702-47CB-93E6-A0225A75365C}" type="datetimeFigureOut">
              <a:rPr lang="pl-PL" smtClean="0"/>
              <a:t>18.05.2020</a:t>
            </a:fld>
            <a:endParaRPr lang="pl-PL"/>
          </a:p>
        </p:txBody>
      </p:sp>
      <p:sp>
        <p:nvSpPr>
          <p:cNvPr id="5" name="Symbol zastępczy stopki 4">
            <a:extLst>
              <a:ext uri="{FF2B5EF4-FFF2-40B4-BE49-F238E27FC236}">
                <a16:creationId xmlns:a16="http://schemas.microsoft.com/office/drawing/2014/main" id="{900B9EB4-EFAA-42C5-BA44-7C058850BCB6}"/>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26265D51-805B-4C28-B80A-6B681445FB0E}"/>
              </a:ext>
            </a:extLst>
          </p:cNvPr>
          <p:cNvSpPr>
            <a:spLocks noGrp="1"/>
          </p:cNvSpPr>
          <p:nvPr>
            <p:ph type="sldNum" sz="quarter" idx="12"/>
          </p:nvPr>
        </p:nvSpPr>
        <p:spPr/>
        <p:txBody>
          <a:bodyPr/>
          <a:lstStyle/>
          <a:p>
            <a:fld id="{39602A7B-1EE8-46E6-A862-79A86C23871E}" type="slidenum">
              <a:rPr lang="pl-PL" smtClean="0"/>
              <a:t>‹#›</a:t>
            </a:fld>
            <a:endParaRPr lang="pl-PL"/>
          </a:p>
        </p:txBody>
      </p:sp>
    </p:spTree>
    <p:extLst>
      <p:ext uri="{BB962C8B-B14F-4D97-AF65-F5344CB8AC3E}">
        <p14:creationId xmlns:p14="http://schemas.microsoft.com/office/powerpoint/2010/main" val="3602867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1FD70167-45A9-4698-A085-BF30CE6F5798}"/>
              </a:ext>
            </a:extLst>
          </p:cNvPr>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a:extLst>
              <a:ext uri="{FF2B5EF4-FFF2-40B4-BE49-F238E27FC236}">
                <a16:creationId xmlns:a16="http://schemas.microsoft.com/office/drawing/2014/main" id="{9C6E9E40-4D09-41C3-9591-4D813C4629D8}"/>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C79BE154-2135-4646-8D7F-FDA59A2CB8A0}"/>
              </a:ext>
            </a:extLst>
          </p:cNvPr>
          <p:cNvSpPr>
            <a:spLocks noGrp="1"/>
          </p:cNvSpPr>
          <p:nvPr>
            <p:ph type="dt" sz="half" idx="10"/>
          </p:nvPr>
        </p:nvSpPr>
        <p:spPr/>
        <p:txBody>
          <a:bodyPr/>
          <a:lstStyle/>
          <a:p>
            <a:fld id="{5D485FFC-5702-47CB-93E6-A0225A75365C}" type="datetimeFigureOut">
              <a:rPr lang="pl-PL" smtClean="0"/>
              <a:t>18.05.2020</a:t>
            </a:fld>
            <a:endParaRPr lang="pl-PL"/>
          </a:p>
        </p:txBody>
      </p:sp>
      <p:sp>
        <p:nvSpPr>
          <p:cNvPr id="5" name="Symbol zastępczy stopki 4">
            <a:extLst>
              <a:ext uri="{FF2B5EF4-FFF2-40B4-BE49-F238E27FC236}">
                <a16:creationId xmlns:a16="http://schemas.microsoft.com/office/drawing/2014/main" id="{3DF84BCE-E3CF-4243-A222-EB8140ECAE6B}"/>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1548C162-FC48-4975-96C4-C80A01B3BD40}"/>
              </a:ext>
            </a:extLst>
          </p:cNvPr>
          <p:cNvSpPr>
            <a:spLocks noGrp="1"/>
          </p:cNvSpPr>
          <p:nvPr>
            <p:ph type="sldNum" sz="quarter" idx="12"/>
          </p:nvPr>
        </p:nvSpPr>
        <p:spPr/>
        <p:txBody>
          <a:bodyPr/>
          <a:lstStyle/>
          <a:p>
            <a:fld id="{39602A7B-1EE8-46E6-A862-79A86C23871E}" type="slidenum">
              <a:rPr lang="pl-PL" smtClean="0"/>
              <a:t>‹#›</a:t>
            </a:fld>
            <a:endParaRPr lang="pl-PL"/>
          </a:p>
        </p:txBody>
      </p:sp>
    </p:spTree>
    <p:extLst>
      <p:ext uri="{BB962C8B-B14F-4D97-AF65-F5344CB8AC3E}">
        <p14:creationId xmlns:p14="http://schemas.microsoft.com/office/powerpoint/2010/main" val="910265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9D9480EC-B019-47CF-B1DE-F13A273348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390255D8-767B-4ABC-BF7A-C6E7F09BAA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3AB0EE16-6111-475B-8C99-1AAEBAF5C2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485FFC-5702-47CB-93E6-A0225A75365C}" type="datetimeFigureOut">
              <a:rPr lang="pl-PL" smtClean="0"/>
              <a:t>18.05.2020</a:t>
            </a:fld>
            <a:endParaRPr lang="pl-PL"/>
          </a:p>
        </p:txBody>
      </p:sp>
      <p:sp>
        <p:nvSpPr>
          <p:cNvPr id="5" name="Symbol zastępczy stopki 4">
            <a:extLst>
              <a:ext uri="{FF2B5EF4-FFF2-40B4-BE49-F238E27FC236}">
                <a16:creationId xmlns:a16="http://schemas.microsoft.com/office/drawing/2014/main" id="{52203CED-F772-4B55-9AF1-4F892F8A56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p>
        </p:txBody>
      </p:sp>
      <p:sp>
        <p:nvSpPr>
          <p:cNvPr id="6" name="Symbol zastępczy numeru slajdu 5">
            <a:extLst>
              <a:ext uri="{FF2B5EF4-FFF2-40B4-BE49-F238E27FC236}">
                <a16:creationId xmlns:a16="http://schemas.microsoft.com/office/drawing/2014/main" id="{2F68345B-B778-45E5-A160-C84BCF2AA9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602A7B-1EE8-46E6-A862-79A86C23871E}" type="slidenum">
              <a:rPr lang="pl-PL" smtClean="0"/>
              <a:t>‹#›</a:t>
            </a:fld>
            <a:endParaRPr lang="pl-PL"/>
          </a:p>
        </p:txBody>
      </p:sp>
    </p:spTree>
    <p:extLst>
      <p:ext uri="{BB962C8B-B14F-4D97-AF65-F5344CB8AC3E}">
        <p14:creationId xmlns:p14="http://schemas.microsoft.com/office/powerpoint/2010/main" val="36388552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7895A40-19A4-42D6-9D30-DBC1E8002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2F429C4-ABC9-46FC-818A-B5429CDE4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70325" y="3369273"/>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CEF98E4-3709-4952-8F42-2305CCE34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74475" y="1040470"/>
            <a:ext cx="6858003" cy="47770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10BCCF5-D685-47FF-B675-647EAEB72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7914" y="857786"/>
            <a:ext cx="11067024" cy="5208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CD5CCC17-80BC-42AB-BDB6-41F57F78EB1D}"/>
              </a:ext>
            </a:extLst>
          </p:cNvPr>
          <p:cNvSpPr>
            <a:spLocks noGrp="1"/>
          </p:cNvSpPr>
          <p:nvPr>
            <p:ph type="ctrTitle"/>
          </p:nvPr>
        </p:nvSpPr>
        <p:spPr>
          <a:xfrm>
            <a:off x="987689" y="3071183"/>
            <a:ext cx="9910296" cy="2590027"/>
          </a:xfrm>
        </p:spPr>
        <p:txBody>
          <a:bodyPr anchor="t">
            <a:normAutofit/>
          </a:bodyPr>
          <a:lstStyle/>
          <a:p>
            <a:pPr algn="l"/>
            <a:r>
              <a:rPr lang="pl-PL" sz="8000"/>
              <a:t>Języki i Techniki Programowania</a:t>
            </a:r>
          </a:p>
        </p:txBody>
      </p:sp>
      <p:sp>
        <p:nvSpPr>
          <p:cNvPr id="3" name="Podtytuł 2">
            <a:extLst>
              <a:ext uri="{FF2B5EF4-FFF2-40B4-BE49-F238E27FC236}">
                <a16:creationId xmlns:a16="http://schemas.microsoft.com/office/drawing/2014/main" id="{B2F5FA6C-631B-4283-887D-07337568E471}"/>
              </a:ext>
            </a:extLst>
          </p:cNvPr>
          <p:cNvSpPr>
            <a:spLocks noGrp="1"/>
          </p:cNvSpPr>
          <p:nvPr>
            <p:ph type="subTitle" idx="1"/>
          </p:nvPr>
        </p:nvSpPr>
        <p:spPr>
          <a:xfrm>
            <a:off x="987688" y="1553518"/>
            <a:ext cx="9910295" cy="1281733"/>
          </a:xfrm>
        </p:spPr>
        <p:txBody>
          <a:bodyPr anchor="b">
            <a:normAutofit/>
          </a:bodyPr>
          <a:lstStyle/>
          <a:p>
            <a:pPr algn="l"/>
            <a:r>
              <a:rPr lang="pl-PL" dirty="0"/>
              <a:t>Wątki i synchronizacja</a:t>
            </a:r>
            <a:endParaRPr lang="pl-PL"/>
          </a:p>
        </p:txBody>
      </p:sp>
      <p:sp>
        <p:nvSpPr>
          <p:cNvPr id="16" name="Rectangle 15">
            <a:extLst>
              <a:ext uri="{FF2B5EF4-FFF2-40B4-BE49-F238E27FC236}">
                <a16:creationId xmlns:a16="http://schemas.microsoft.com/office/drawing/2014/main" id="{B0EE8A42-107A-4D4C-8D56-BBAE95C7F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24009" y="3366125"/>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2276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0">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2">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4" name="Rectangle 13">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4EDC36E6-E5AF-40BA-A0E6-F29677120AAA}"/>
              </a:ext>
            </a:extLst>
          </p:cNvPr>
          <p:cNvSpPr>
            <a:spLocks noGrp="1"/>
          </p:cNvSpPr>
          <p:nvPr>
            <p:ph type="title"/>
          </p:nvPr>
        </p:nvSpPr>
        <p:spPr>
          <a:xfrm>
            <a:off x="1057025" y="922644"/>
            <a:ext cx="5040285" cy="1169585"/>
          </a:xfrm>
        </p:spPr>
        <p:txBody>
          <a:bodyPr anchor="b">
            <a:normAutofit/>
          </a:bodyPr>
          <a:lstStyle/>
          <a:p>
            <a:r>
              <a:rPr lang="pl-PL" sz="4000" dirty="0"/>
              <a:t>Wątek</a:t>
            </a:r>
          </a:p>
        </p:txBody>
      </p:sp>
      <p:sp>
        <p:nvSpPr>
          <p:cNvPr id="19" name="Rectangle 18">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ymbol zastępczy zawartości 2">
            <a:extLst>
              <a:ext uri="{FF2B5EF4-FFF2-40B4-BE49-F238E27FC236}">
                <a16:creationId xmlns:a16="http://schemas.microsoft.com/office/drawing/2014/main" id="{27DA8FCB-BC95-4570-8498-9C41BFE62AF4}"/>
              </a:ext>
            </a:extLst>
          </p:cNvPr>
          <p:cNvSpPr>
            <a:spLocks noGrp="1"/>
          </p:cNvSpPr>
          <p:nvPr>
            <p:ph idx="1"/>
          </p:nvPr>
        </p:nvSpPr>
        <p:spPr>
          <a:xfrm>
            <a:off x="1055715" y="2508105"/>
            <a:ext cx="10415849" cy="3138019"/>
          </a:xfrm>
        </p:spPr>
        <p:txBody>
          <a:bodyPr anchor="ctr">
            <a:normAutofit/>
          </a:bodyPr>
          <a:lstStyle/>
          <a:p>
            <a:r>
              <a:rPr lang="pl-PL" sz="2000" dirty="0"/>
              <a:t>Część programu wykonywana współbieżnie w obrębie jednego procesu.</a:t>
            </a:r>
          </a:p>
          <a:p>
            <a:endParaRPr lang="pl-PL" sz="2000" dirty="0"/>
          </a:p>
          <a:p>
            <a:r>
              <a:rPr lang="pl-PL" sz="2000" dirty="0"/>
              <a:t>W jednym procesie może istnieć wiele wątków. </a:t>
            </a:r>
          </a:p>
          <a:p>
            <a:endParaRPr lang="pl-PL" sz="2000" dirty="0"/>
          </a:p>
          <a:p>
            <a:r>
              <a:rPr lang="pl-PL" sz="2000" dirty="0"/>
              <a:t>Wszystkie wątki działające w danym procesie współdzielą przestrzeń adresową oraz wszystkie inne struktury systemowe.</a:t>
            </a:r>
          </a:p>
        </p:txBody>
      </p:sp>
    </p:spTree>
    <p:extLst>
      <p:ext uri="{BB962C8B-B14F-4D97-AF65-F5344CB8AC3E}">
        <p14:creationId xmlns:p14="http://schemas.microsoft.com/office/powerpoint/2010/main" val="753250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0">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2">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4" name="Rectangle 13">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4EDC36E6-E5AF-40BA-A0E6-F29677120AAA}"/>
              </a:ext>
            </a:extLst>
          </p:cNvPr>
          <p:cNvSpPr>
            <a:spLocks noGrp="1"/>
          </p:cNvSpPr>
          <p:nvPr>
            <p:ph type="title"/>
          </p:nvPr>
        </p:nvSpPr>
        <p:spPr>
          <a:xfrm>
            <a:off x="1057025" y="922644"/>
            <a:ext cx="5040285" cy="1169585"/>
          </a:xfrm>
        </p:spPr>
        <p:txBody>
          <a:bodyPr anchor="b">
            <a:normAutofit/>
          </a:bodyPr>
          <a:lstStyle/>
          <a:p>
            <a:r>
              <a:rPr lang="pl-PL" sz="4000"/>
              <a:t>Tworzenie wątku</a:t>
            </a:r>
          </a:p>
        </p:txBody>
      </p:sp>
      <p:sp>
        <p:nvSpPr>
          <p:cNvPr id="19" name="Rectangle 18">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ymbol zastępczy zawartości 2">
            <a:extLst>
              <a:ext uri="{FF2B5EF4-FFF2-40B4-BE49-F238E27FC236}">
                <a16:creationId xmlns:a16="http://schemas.microsoft.com/office/drawing/2014/main" id="{27DA8FCB-BC95-4570-8498-9C41BFE62AF4}"/>
              </a:ext>
            </a:extLst>
          </p:cNvPr>
          <p:cNvSpPr>
            <a:spLocks noGrp="1"/>
          </p:cNvSpPr>
          <p:nvPr>
            <p:ph idx="1"/>
          </p:nvPr>
        </p:nvSpPr>
        <p:spPr>
          <a:xfrm>
            <a:off x="1055715" y="2508105"/>
            <a:ext cx="5040285" cy="3632493"/>
          </a:xfrm>
        </p:spPr>
        <p:txBody>
          <a:bodyPr anchor="ctr">
            <a:normAutofit/>
          </a:bodyPr>
          <a:lstStyle/>
          <a:p>
            <a:r>
              <a:rPr lang="pl-PL" sz="2000" dirty="0"/>
              <a:t>Implementując interfejs </a:t>
            </a:r>
            <a:r>
              <a:rPr lang="pl-PL" sz="2000" dirty="0" err="1"/>
              <a:t>Runnable</a:t>
            </a:r>
            <a:endParaRPr lang="pl-PL" sz="2000" dirty="0"/>
          </a:p>
          <a:p>
            <a:r>
              <a:rPr lang="pl-PL" sz="2000" dirty="0"/>
              <a:t>Rozszerzając klasę </a:t>
            </a:r>
            <a:r>
              <a:rPr lang="pl-PL" sz="2000" dirty="0" err="1"/>
              <a:t>Thread</a:t>
            </a:r>
            <a:endParaRPr lang="pl-PL" sz="2000" dirty="0"/>
          </a:p>
          <a:p>
            <a:endParaRPr lang="pl-PL" sz="2000" dirty="0"/>
          </a:p>
          <a:p>
            <a:pPr lvl="1"/>
            <a:endParaRPr lang="pl-PL" sz="2000" dirty="0"/>
          </a:p>
        </p:txBody>
      </p:sp>
      <p:pic>
        <p:nvPicPr>
          <p:cNvPr id="6" name="Obraz 5">
            <a:extLst>
              <a:ext uri="{FF2B5EF4-FFF2-40B4-BE49-F238E27FC236}">
                <a16:creationId xmlns:a16="http://schemas.microsoft.com/office/drawing/2014/main" id="{F9D30DF5-FF3A-4846-B862-84E42BD91FF2}"/>
              </a:ext>
            </a:extLst>
          </p:cNvPr>
          <p:cNvPicPr>
            <a:picLocks noChangeAspect="1"/>
          </p:cNvPicPr>
          <p:nvPr/>
        </p:nvPicPr>
        <p:blipFill>
          <a:blip r:embed="rId2"/>
          <a:stretch>
            <a:fillRect/>
          </a:stretch>
        </p:blipFill>
        <p:spPr>
          <a:xfrm>
            <a:off x="6972300" y="172047"/>
            <a:ext cx="3742813" cy="3069107"/>
          </a:xfrm>
          <a:prstGeom prst="rect">
            <a:avLst/>
          </a:prstGeom>
        </p:spPr>
      </p:pic>
      <p:pic>
        <p:nvPicPr>
          <p:cNvPr id="5" name="Obraz 4">
            <a:extLst>
              <a:ext uri="{FF2B5EF4-FFF2-40B4-BE49-F238E27FC236}">
                <a16:creationId xmlns:a16="http://schemas.microsoft.com/office/drawing/2014/main" id="{F5F01170-477F-44E4-A058-619AA93667DD}"/>
              </a:ext>
            </a:extLst>
          </p:cNvPr>
          <p:cNvPicPr>
            <a:picLocks noChangeAspect="1"/>
          </p:cNvPicPr>
          <p:nvPr/>
        </p:nvPicPr>
        <p:blipFill rotWithShape="1">
          <a:blip r:embed="rId3"/>
          <a:srcRect r="2796"/>
          <a:stretch/>
        </p:blipFill>
        <p:spPr>
          <a:xfrm>
            <a:off x="6972300" y="3281698"/>
            <a:ext cx="3742813" cy="2955238"/>
          </a:xfrm>
          <a:prstGeom prst="rect">
            <a:avLst/>
          </a:prstGeom>
        </p:spPr>
      </p:pic>
    </p:spTree>
    <p:extLst>
      <p:ext uri="{BB962C8B-B14F-4D97-AF65-F5344CB8AC3E}">
        <p14:creationId xmlns:p14="http://schemas.microsoft.com/office/powerpoint/2010/main" val="1362268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D5D19D-0789-4518-B5DC-D47ADF69D2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478A6078-09B5-4992-98A0-A9E9ACFD4850}"/>
              </a:ext>
            </a:extLst>
          </p:cNvPr>
          <p:cNvSpPr>
            <a:spLocks noGrp="1"/>
          </p:cNvSpPr>
          <p:nvPr>
            <p:ph type="title"/>
          </p:nvPr>
        </p:nvSpPr>
        <p:spPr>
          <a:xfrm>
            <a:off x="1113810" y="3130041"/>
            <a:ext cx="4036334" cy="2387600"/>
          </a:xfrm>
        </p:spPr>
        <p:txBody>
          <a:bodyPr vert="horz" lIns="91440" tIns="45720" rIns="91440" bIns="45720" rtlCol="0" anchor="t">
            <a:normAutofit/>
          </a:bodyPr>
          <a:lstStyle/>
          <a:p>
            <a:r>
              <a:rPr lang="en-US" sz="4600"/>
              <a:t>Spowalnianie działania wątku – metoda Sleep</a:t>
            </a:r>
          </a:p>
        </p:txBody>
      </p:sp>
      <p:grpSp>
        <p:nvGrpSpPr>
          <p:cNvPr id="11" name="Group 10">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54317"/>
            <a:ext cx="731521" cy="673460"/>
            <a:chOff x="3940602" y="308034"/>
            <a:chExt cx="2116791" cy="3428999"/>
          </a:xfrm>
          <a:solidFill>
            <a:schemeClr val="accent4"/>
          </a:solidFill>
        </p:grpSpPr>
        <p:sp>
          <p:nvSpPr>
            <p:cNvPr id="6" name="Rectangle 11">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braz 3">
            <a:extLst>
              <a:ext uri="{FF2B5EF4-FFF2-40B4-BE49-F238E27FC236}">
                <a16:creationId xmlns:a16="http://schemas.microsoft.com/office/drawing/2014/main" id="{2FEFF4EC-6337-4EAD-8C13-8D487CE8114C}"/>
              </a:ext>
            </a:extLst>
          </p:cNvPr>
          <p:cNvPicPr>
            <a:picLocks noChangeAspect="1"/>
          </p:cNvPicPr>
          <p:nvPr/>
        </p:nvPicPr>
        <p:blipFill rotWithShape="1">
          <a:blip r:embed="rId2"/>
          <a:srcRect t="298" b="997"/>
          <a:stretch/>
        </p:blipFill>
        <p:spPr>
          <a:xfrm>
            <a:off x="6068099" y="493700"/>
            <a:ext cx="5308995" cy="5833141"/>
          </a:xfrm>
          <a:prstGeom prst="rect">
            <a:avLst/>
          </a:prstGeom>
        </p:spPr>
      </p:pic>
    </p:spTree>
    <p:extLst>
      <p:ext uri="{BB962C8B-B14F-4D97-AF65-F5344CB8AC3E}">
        <p14:creationId xmlns:p14="http://schemas.microsoft.com/office/powerpoint/2010/main" val="840410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D5D19D-0789-4518-B5DC-D47ADF69D2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5117F292-4EB9-4B44-83C0-086066CF618C}"/>
              </a:ext>
            </a:extLst>
          </p:cNvPr>
          <p:cNvSpPr>
            <a:spLocks noGrp="1"/>
          </p:cNvSpPr>
          <p:nvPr>
            <p:ph type="title"/>
          </p:nvPr>
        </p:nvSpPr>
        <p:spPr>
          <a:xfrm>
            <a:off x="1113810" y="3130041"/>
            <a:ext cx="4036334" cy="2387600"/>
          </a:xfrm>
        </p:spPr>
        <p:txBody>
          <a:bodyPr vert="horz" lIns="91440" tIns="45720" rIns="91440" bIns="45720" rtlCol="0" anchor="t">
            <a:normAutofit/>
          </a:bodyPr>
          <a:lstStyle/>
          <a:p>
            <a:r>
              <a:rPr lang="en-US" sz="4200"/>
              <a:t>Oczekiwanie na zakończenie pracy innego wątku</a:t>
            </a:r>
          </a:p>
        </p:txBody>
      </p:sp>
      <p:grpSp>
        <p:nvGrpSpPr>
          <p:cNvPr id="11" name="Group 10">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5431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braz 3">
            <a:extLst>
              <a:ext uri="{FF2B5EF4-FFF2-40B4-BE49-F238E27FC236}">
                <a16:creationId xmlns:a16="http://schemas.microsoft.com/office/drawing/2014/main" id="{132E512A-D112-4A4E-8EF4-761AA6406CE5}"/>
              </a:ext>
            </a:extLst>
          </p:cNvPr>
          <p:cNvPicPr>
            <a:picLocks noChangeAspect="1"/>
          </p:cNvPicPr>
          <p:nvPr/>
        </p:nvPicPr>
        <p:blipFill rotWithShape="1">
          <a:blip r:embed="rId2"/>
          <a:srcRect t="75" r="-1" b="-219"/>
          <a:stretch/>
        </p:blipFill>
        <p:spPr>
          <a:xfrm>
            <a:off x="6615170" y="561097"/>
            <a:ext cx="4278355" cy="5735170"/>
          </a:xfrm>
          <a:prstGeom prst="rect">
            <a:avLst/>
          </a:prstGeom>
        </p:spPr>
      </p:pic>
    </p:spTree>
    <p:extLst>
      <p:ext uri="{BB962C8B-B14F-4D97-AF65-F5344CB8AC3E}">
        <p14:creationId xmlns:p14="http://schemas.microsoft.com/office/powerpoint/2010/main" val="3486587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1C5C4E33-BF16-4C72-B8B3-865C67817403}"/>
              </a:ext>
            </a:extLst>
          </p:cNvPr>
          <p:cNvSpPr>
            <a:spLocks noGrp="1"/>
          </p:cNvSpPr>
          <p:nvPr>
            <p:ph type="title"/>
          </p:nvPr>
        </p:nvSpPr>
        <p:spPr>
          <a:xfrm>
            <a:off x="589560" y="856180"/>
            <a:ext cx="4560584" cy="1128068"/>
          </a:xfrm>
        </p:spPr>
        <p:txBody>
          <a:bodyPr anchor="ctr">
            <a:normAutofit/>
          </a:bodyPr>
          <a:lstStyle/>
          <a:p>
            <a:r>
              <a:rPr lang="pl-PL" sz="4000"/>
              <a:t>Interferencja wątków</a:t>
            </a:r>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ymbol zastępczy zawartości 2">
            <a:extLst>
              <a:ext uri="{FF2B5EF4-FFF2-40B4-BE49-F238E27FC236}">
                <a16:creationId xmlns:a16="http://schemas.microsoft.com/office/drawing/2014/main" id="{F04674A3-8059-42FE-AB0C-6278FD3ECF38}"/>
              </a:ext>
            </a:extLst>
          </p:cNvPr>
          <p:cNvSpPr>
            <a:spLocks noGrp="1"/>
          </p:cNvSpPr>
          <p:nvPr>
            <p:ph idx="1"/>
          </p:nvPr>
        </p:nvSpPr>
        <p:spPr>
          <a:xfrm>
            <a:off x="590719" y="2330505"/>
            <a:ext cx="4559425" cy="3979585"/>
          </a:xfrm>
        </p:spPr>
        <p:txBody>
          <a:bodyPr anchor="ctr">
            <a:normAutofit/>
          </a:bodyPr>
          <a:lstStyle/>
          <a:p>
            <a:pPr algn="just"/>
            <a:r>
              <a:rPr lang="pl-PL" sz="2000" dirty="0"/>
              <a:t>W momencie gdy ten sam obiekt klasy </a:t>
            </a:r>
            <a:r>
              <a:rPr lang="pl-PL" sz="2000" dirty="0" err="1"/>
              <a:t>Counter</a:t>
            </a:r>
            <a:r>
              <a:rPr lang="pl-PL" sz="2000" dirty="0"/>
              <a:t> będzie wykorzystywany w ramach kilku wątków interferencja pomiędzy wątkami spowoduje, że wynik działań będzie odmienny od oczekiwanego</a:t>
            </a:r>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braz 3">
            <a:extLst>
              <a:ext uri="{FF2B5EF4-FFF2-40B4-BE49-F238E27FC236}">
                <a16:creationId xmlns:a16="http://schemas.microsoft.com/office/drawing/2014/main" id="{A5A3001F-2146-43C0-A097-0C8A6C3363AE}"/>
              </a:ext>
            </a:extLst>
          </p:cNvPr>
          <p:cNvPicPr>
            <a:picLocks noChangeAspect="1"/>
          </p:cNvPicPr>
          <p:nvPr/>
        </p:nvPicPr>
        <p:blipFill rotWithShape="1">
          <a:blip r:embed="rId2"/>
          <a:srcRect r="1" b="10171"/>
          <a:stretch/>
        </p:blipFill>
        <p:spPr>
          <a:xfrm>
            <a:off x="7200899" y="1522219"/>
            <a:ext cx="3933357" cy="3812926"/>
          </a:xfrm>
          <a:prstGeom prst="rect">
            <a:avLst/>
          </a:prstGeom>
        </p:spPr>
      </p:pic>
    </p:spTree>
    <p:extLst>
      <p:ext uri="{BB962C8B-B14F-4D97-AF65-F5344CB8AC3E}">
        <p14:creationId xmlns:p14="http://schemas.microsoft.com/office/powerpoint/2010/main" val="129591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93F85B88-6E7B-466E-B542-9B321B2FB3F5}"/>
              </a:ext>
            </a:extLst>
          </p:cNvPr>
          <p:cNvSpPr>
            <a:spLocks noGrp="1"/>
          </p:cNvSpPr>
          <p:nvPr>
            <p:ph type="title"/>
          </p:nvPr>
        </p:nvSpPr>
        <p:spPr>
          <a:xfrm>
            <a:off x="589560" y="856180"/>
            <a:ext cx="4560584" cy="1128068"/>
          </a:xfrm>
        </p:spPr>
        <p:txBody>
          <a:bodyPr anchor="ctr">
            <a:normAutofit/>
          </a:bodyPr>
          <a:lstStyle/>
          <a:p>
            <a:r>
              <a:rPr lang="pl-PL" sz="3700"/>
              <a:t>Synchronizacja na poziomie metod</a:t>
            </a:r>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ymbol zastępczy zawartości 2">
            <a:extLst>
              <a:ext uri="{FF2B5EF4-FFF2-40B4-BE49-F238E27FC236}">
                <a16:creationId xmlns:a16="http://schemas.microsoft.com/office/drawing/2014/main" id="{E87A2874-8BBB-4DCE-ABD6-C3A859BAE82F}"/>
              </a:ext>
            </a:extLst>
          </p:cNvPr>
          <p:cNvSpPr>
            <a:spLocks noGrp="1"/>
          </p:cNvSpPr>
          <p:nvPr>
            <p:ph idx="1"/>
          </p:nvPr>
        </p:nvSpPr>
        <p:spPr>
          <a:xfrm>
            <a:off x="590719" y="2330505"/>
            <a:ext cx="4559425" cy="3979585"/>
          </a:xfrm>
        </p:spPr>
        <p:txBody>
          <a:bodyPr anchor="ctr">
            <a:normAutofit/>
          </a:bodyPr>
          <a:lstStyle/>
          <a:p>
            <a:pPr algn="just"/>
            <a:r>
              <a:rPr lang="pl-PL" sz="1700" dirty="0"/>
              <a:t>Nie jest możliwe przeplatanie się dwóch </a:t>
            </a:r>
            <a:r>
              <a:rPr lang="pl-PL" sz="1700" dirty="0" err="1"/>
              <a:t>wywołań</a:t>
            </a:r>
            <a:r>
              <a:rPr lang="pl-PL" sz="1700" dirty="0"/>
              <a:t> zsynchronizowanych metod na tym samym obiekcie. Jeżeli jeden wątek wykonuje metodę zsynchronizowaną dla obiektu, to wszystkie inne wątki, które wywołują metody zsynchronizowane dla tego samego obiektu wstrzymają wykonanie, dopóki nie zostanie wykonana operacja pierwszego wątku.</a:t>
            </a:r>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braz 3">
            <a:extLst>
              <a:ext uri="{FF2B5EF4-FFF2-40B4-BE49-F238E27FC236}">
                <a16:creationId xmlns:a16="http://schemas.microsoft.com/office/drawing/2014/main" id="{3A8628AE-C6D8-4FD0-A1A8-9E2B31BD9FEA}"/>
              </a:ext>
            </a:extLst>
          </p:cNvPr>
          <p:cNvPicPr>
            <a:picLocks noChangeAspect="1"/>
          </p:cNvPicPr>
          <p:nvPr/>
        </p:nvPicPr>
        <p:blipFill rotWithShape="1">
          <a:blip r:embed="rId2"/>
          <a:srcRect l="1852" r="20640" b="-2"/>
          <a:stretch/>
        </p:blipFill>
        <p:spPr>
          <a:xfrm>
            <a:off x="6969832" y="1554807"/>
            <a:ext cx="3866122" cy="3747750"/>
          </a:xfrm>
          <a:prstGeom prst="rect">
            <a:avLst/>
          </a:prstGeom>
        </p:spPr>
      </p:pic>
    </p:spTree>
    <p:extLst>
      <p:ext uri="{BB962C8B-B14F-4D97-AF65-F5344CB8AC3E}">
        <p14:creationId xmlns:p14="http://schemas.microsoft.com/office/powerpoint/2010/main" val="2247077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80D81F9A-9219-42CA-B9B8-B77E2E53A584}"/>
              </a:ext>
            </a:extLst>
          </p:cNvPr>
          <p:cNvSpPr>
            <a:spLocks noGrp="1"/>
          </p:cNvSpPr>
          <p:nvPr>
            <p:ph type="title"/>
          </p:nvPr>
        </p:nvSpPr>
        <p:spPr>
          <a:xfrm>
            <a:off x="589560" y="856180"/>
            <a:ext cx="4560584" cy="1128068"/>
          </a:xfrm>
        </p:spPr>
        <p:txBody>
          <a:bodyPr anchor="ctr">
            <a:normAutofit/>
          </a:bodyPr>
          <a:lstStyle/>
          <a:p>
            <a:r>
              <a:rPr lang="pl-PL" sz="4000"/>
              <a:t>Blok synchronized</a:t>
            </a:r>
          </a:p>
        </p:txBody>
      </p:sp>
      <p:grpSp>
        <p:nvGrpSpPr>
          <p:cNvPr id="12" name="Group 1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ymbol zastępczy zawartości 2">
            <a:extLst>
              <a:ext uri="{FF2B5EF4-FFF2-40B4-BE49-F238E27FC236}">
                <a16:creationId xmlns:a16="http://schemas.microsoft.com/office/drawing/2014/main" id="{18844E2C-EBEE-4960-B4A9-D410937E4001}"/>
              </a:ext>
            </a:extLst>
          </p:cNvPr>
          <p:cNvSpPr>
            <a:spLocks noGrp="1"/>
          </p:cNvSpPr>
          <p:nvPr>
            <p:ph idx="1"/>
          </p:nvPr>
        </p:nvSpPr>
        <p:spPr>
          <a:xfrm>
            <a:off x="590719" y="2330505"/>
            <a:ext cx="4559425" cy="3979585"/>
          </a:xfrm>
        </p:spPr>
        <p:txBody>
          <a:bodyPr anchor="ctr">
            <a:normAutofit/>
          </a:bodyPr>
          <a:lstStyle/>
          <a:p>
            <a:pPr algn="just"/>
            <a:r>
              <a:rPr lang="pl-PL" sz="1400" dirty="0"/>
              <a:t>Innym sposobem na stworzenie zsynchronizowanego kodu jest użycie bloku </a:t>
            </a:r>
            <a:r>
              <a:rPr lang="pl-PL" sz="1400" dirty="0" err="1"/>
              <a:t>synchronized</a:t>
            </a:r>
            <a:r>
              <a:rPr lang="pl-PL" sz="1400" dirty="0"/>
              <a:t>. W odróżnieniu od metod synchronizowanych, bloki </a:t>
            </a:r>
            <a:r>
              <a:rPr lang="pl-PL" sz="1400" dirty="0" err="1"/>
              <a:t>synchronized</a:t>
            </a:r>
            <a:r>
              <a:rPr lang="pl-PL" sz="1400" dirty="0"/>
              <a:t> muszą określać obiekt, który udostępnia blokadę wewnętrzną</a:t>
            </a:r>
          </a:p>
          <a:p>
            <a:pPr algn="just"/>
            <a:r>
              <a:rPr lang="pl-PL" sz="1400" dirty="0"/>
              <a:t>Zsynchronizowane wyrażenia są również przydatne do poprawy współbieżności z drobnoziarnistą synchronizacją. Załóżmy na przykład, że klasa </a:t>
            </a:r>
            <a:r>
              <a:rPr lang="pl-PL" sz="1400" dirty="0" err="1"/>
              <a:t>MsLunch</a:t>
            </a:r>
            <a:r>
              <a:rPr lang="pl-PL" sz="1400" dirty="0"/>
              <a:t> posiada dwa pola przykładowe, c1 i c2, które nigdy nie są używane razem. Wszystkie aktualizacje tych pól muszą być zsynchronizowane, ale nie ma powodu, aby zapobiec przeplataniu się aktualizacji c1 z aktualizacją c2 - i w ten sposób zmniejsza się współbieżność poprzez tworzenie niepotrzebnych blokad. Zamiast używać zsynchronizowanych metod lub w inny sposób korzystać z blokady z tym związanej, tworzymy dwa obiekty wyłącznie w celu zapewnienia blokad</a:t>
            </a:r>
          </a:p>
        </p:txBody>
      </p:sp>
      <p:sp>
        <p:nvSpPr>
          <p:cNvPr id="18" name="Rectangle 1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Obraz 4">
            <a:extLst>
              <a:ext uri="{FF2B5EF4-FFF2-40B4-BE49-F238E27FC236}">
                <a16:creationId xmlns:a16="http://schemas.microsoft.com/office/drawing/2014/main" id="{70E0ABA2-0E9D-479D-BFF1-11E3BB08CD32}"/>
              </a:ext>
            </a:extLst>
          </p:cNvPr>
          <p:cNvPicPr>
            <a:picLocks noChangeAspect="1"/>
          </p:cNvPicPr>
          <p:nvPr/>
        </p:nvPicPr>
        <p:blipFill rotWithShape="1">
          <a:blip r:embed="rId2"/>
          <a:srcRect r="2" b="9700"/>
          <a:stretch/>
        </p:blipFill>
        <p:spPr>
          <a:xfrm>
            <a:off x="7207601" y="1756944"/>
            <a:ext cx="3440974" cy="3335619"/>
          </a:xfrm>
          <a:prstGeom prst="rect">
            <a:avLst/>
          </a:prstGeom>
        </p:spPr>
      </p:pic>
    </p:spTree>
    <p:extLst>
      <p:ext uri="{BB962C8B-B14F-4D97-AF65-F5344CB8AC3E}">
        <p14:creationId xmlns:p14="http://schemas.microsoft.com/office/powerpoint/2010/main" val="1480125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E272D0D-59CB-450C-BB26-C299B0C2ED8C}"/>
              </a:ext>
            </a:extLst>
          </p:cNvPr>
          <p:cNvSpPr>
            <a:spLocks noGrp="1"/>
          </p:cNvSpPr>
          <p:nvPr>
            <p:ph type="title"/>
          </p:nvPr>
        </p:nvSpPr>
        <p:spPr/>
        <p:txBody>
          <a:bodyPr/>
          <a:lstStyle/>
          <a:p>
            <a:r>
              <a:rPr lang="pl-PL" dirty="0"/>
              <a:t>Zadanie</a:t>
            </a:r>
          </a:p>
        </p:txBody>
      </p:sp>
      <p:sp>
        <p:nvSpPr>
          <p:cNvPr id="3" name="Symbol zastępczy zawartości 2">
            <a:extLst>
              <a:ext uri="{FF2B5EF4-FFF2-40B4-BE49-F238E27FC236}">
                <a16:creationId xmlns:a16="http://schemas.microsoft.com/office/drawing/2014/main" id="{4BFA4835-2A99-4FFA-9907-193118CE8F47}"/>
              </a:ext>
            </a:extLst>
          </p:cNvPr>
          <p:cNvSpPr>
            <a:spLocks noGrp="1"/>
          </p:cNvSpPr>
          <p:nvPr>
            <p:ph idx="1"/>
          </p:nvPr>
        </p:nvSpPr>
        <p:spPr/>
        <p:txBody>
          <a:bodyPr/>
          <a:lstStyle/>
          <a:p>
            <a:r>
              <a:rPr lang="pl-PL" dirty="0"/>
              <a:t>Zaimplementować program, który umożliwi policzenie całki metodą trapezową w zadanym przedziale na wielomianie określonego rzędu z wykorzystaniem dwóch wątków. Dodać </a:t>
            </a:r>
            <a:r>
              <a:rPr lang="pl-PL" dirty="0" err="1"/>
              <a:t>JavaDoc</a:t>
            </a:r>
            <a:r>
              <a:rPr lang="pl-PL" dirty="0"/>
              <a:t> do programu. Przykład wywołania:</a:t>
            </a:r>
          </a:p>
        </p:txBody>
      </p:sp>
      <p:pic>
        <p:nvPicPr>
          <p:cNvPr id="4" name="Obraz 3">
            <a:extLst>
              <a:ext uri="{FF2B5EF4-FFF2-40B4-BE49-F238E27FC236}">
                <a16:creationId xmlns:a16="http://schemas.microsoft.com/office/drawing/2014/main" id="{AEEAE892-42BB-40B0-9F73-27728364D8EE}"/>
              </a:ext>
            </a:extLst>
          </p:cNvPr>
          <p:cNvPicPr>
            <a:picLocks noChangeAspect="1"/>
          </p:cNvPicPr>
          <p:nvPr/>
        </p:nvPicPr>
        <p:blipFill>
          <a:blip r:embed="rId2"/>
          <a:stretch>
            <a:fillRect/>
          </a:stretch>
        </p:blipFill>
        <p:spPr>
          <a:xfrm>
            <a:off x="7201029" y="3810135"/>
            <a:ext cx="4257675" cy="2209800"/>
          </a:xfrm>
          <a:prstGeom prst="rect">
            <a:avLst/>
          </a:prstGeom>
        </p:spPr>
      </p:pic>
      <p:pic>
        <p:nvPicPr>
          <p:cNvPr id="1026" name="Picture 2" descr="obrazek">
            <a:extLst>
              <a:ext uri="{FF2B5EF4-FFF2-40B4-BE49-F238E27FC236}">
                <a16:creationId xmlns:a16="http://schemas.microsoft.com/office/drawing/2014/main" id="{826C4B99-7FBD-4F88-BB2C-C7CAB092EC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4603" y="3349625"/>
            <a:ext cx="2857500" cy="2962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5861625"/>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1EE888A1C1168A4C9373573EB51D8C7A" ma:contentTypeVersion="2" ma:contentTypeDescription="Utwórz nowy dokument." ma:contentTypeScope="" ma:versionID="a66e41406081df9f64b79fc2450d25ba">
  <xsd:schema xmlns:xsd="http://www.w3.org/2001/XMLSchema" xmlns:xs="http://www.w3.org/2001/XMLSchema" xmlns:p="http://schemas.microsoft.com/office/2006/metadata/properties" xmlns:ns2="4d8cd26f-ac79-4c4d-b3a3-11ff0dd1bdc1" targetNamespace="http://schemas.microsoft.com/office/2006/metadata/properties" ma:root="true" ma:fieldsID="6c45f87e63f6dfd1a9e6c55c33da5878" ns2:_="">
    <xsd:import namespace="4d8cd26f-ac79-4c4d-b3a3-11ff0dd1bdc1"/>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8cd26f-ac79-4c4d-b3a3-11ff0dd1bd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EB946E0-C80A-484A-A9C1-1B8F6CE3AB2D}"/>
</file>

<file path=customXml/itemProps2.xml><?xml version="1.0" encoding="utf-8"?>
<ds:datastoreItem xmlns:ds="http://schemas.openxmlformats.org/officeDocument/2006/customXml" ds:itemID="{DCA2DE52-F202-47BE-BA94-63CBFEF76A7A}"/>
</file>

<file path=customXml/itemProps3.xml><?xml version="1.0" encoding="utf-8"?>
<ds:datastoreItem xmlns:ds="http://schemas.openxmlformats.org/officeDocument/2006/customXml" ds:itemID="{FC97A08C-545D-435A-90F5-D44E326559D4}"/>
</file>

<file path=docProps/app.xml><?xml version="1.0" encoding="utf-8"?>
<Properties xmlns="http://schemas.openxmlformats.org/officeDocument/2006/extended-properties" xmlns:vt="http://schemas.openxmlformats.org/officeDocument/2006/docPropsVTypes">
  <TotalTime>141</TotalTime>
  <Words>291</Words>
  <Application>Microsoft Office PowerPoint</Application>
  <PresentationFormat>Panoramiczny</PresentationFormat>
  <Paragraphs>22</Paragraphs>
  <Slides>9</Slides>
  <Notes>0</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9</vt:i4>
      </vt:variant>
    </vt:vector>
  </HeadingPairs>
  <TitlesOfParts>
    <vt:vector size="13" baseType="lpstr">
      <vt:lpstr>Arial</vt:lpstr>
      <vt:lpstr>Calibri</vt:lpstr>
      <vt:lpstr>Calibri Light</vt:lpstr>
      <vt:lpstr>Motyw pakietu Office</vt:lpstr>
      <vt:lpstr>Języki i Techniki Programowania</vt:lpstr>
      <vt:lpstr>Wątek</vt:lpstr>
      <vt:lpstr>Tworzenie wątku</vt:lpstr>
      <vt:lpstr>Spowalnianie działania wątku – metoda Sleep</vt:lpstr>
      <vt:lpstr>Oczekiwanie na zakończenie pracy innego wątku</vt:lpstr>
      <vt:lpstr>Interferencja wątków</vt:lpstr>
      <vt:lpstr>Synchronizacja na poziomie metod</vt:lpstr>
      <vt:lpstr>Blok synchronized</vt:lpstr>
      <vt:lpstr>Zadanie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Języki i Techniki Programowania</dc:title>
  <dc:creator>Marcin</dc:creator>
  <cp:lastModifiedBy>Gutowski Tomasz</cp:lastModifiedBy>
  <cp:revision>5</cp:revision>
  <dcterms:created xsi:type="dcterms:W3CDTF">2020-05-05T06:26:37Z</dcterms:created>
  <dcterms:modified xsi:type="dcterms:W3CDTF">2020-05-18T19:37:27Z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0x0101001EE888A1C1168A4C9373573EB51D8C7A</vt:lpwstr>
  </property>
</Properties>
</file>