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239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C4F10C9-D5CF-4988-ADA2-92ED77B79011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3D78A5-6E95-474D-A03F-B718EF8397A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84166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1BE4D34-20F1-4031-AEC9-58DC6E6EE125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4B20F4-F8D2-4D1C-AE6C-B827DC04385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03016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355396C-2B08-40F6-A9EB-9658DDFC17E2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03FB86F-4F85-40F2-A4B7-6CAA64C1A5D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5012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C10D3BD-8653-412F-B558-CD7699294190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04C0ED-EE0B-44B3-A698-09CD538CF8E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929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B2FD54A-47A5-430A-A58D-BBE04E7E3FED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E563730-AF15-4612-ACD6-00C11A0983D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90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B40D825-E905-4CB7-99A3-ACFB0468B713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D82B82-CF3C-4872-8144-A58B6875EE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774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C0D0D1F-F934-4693-919E-57E04232D3C9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162980-E66B-4A58-A890-BF692CF44BD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85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18BF760-F54D-433E-927B-8E456F43FCA7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4158D0-9D2E-43D6-B17A-35110A0D671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872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AF14CF9-9D4A-421B-9C93-8567882583A7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40369F-27F7-4B28-B4A8-E12D824CEC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063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F241651-2D1C-46D7-A613-E4F848336C3D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16C42C-016B-440A-8D2D-501AA73D9FB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242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F241651-2D1C-46D7-A613-E4F848336C3D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16C42C-016B-440A-8D2D-501AA73D9FB5}" type="slidenum">
              <a:rPr lang="pl-PL" smtClean="0"/>
              <a:t>‹#›</a:t>
            </a:fld>
            <a:endParaRPr lang="pl-P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478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F241651-2D1C-46D7-A613-E4F848336C3D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16C42C-016B-440A-8D2D-501AA73D9FB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8280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F241651-2D1C-46D7-A613-E4F848336C3D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16C42C-016B-440A-8D2D-501AA73D9FB5}" type="slidenum">
              <a:rPr lang="pl-PL" smtClean="0"/>
              <a:t>‹#›</a:t>
            </a:fld>
            <a:endParaRPr lang="pl-P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0820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F241651-2D1C-46D7-A613-E4F848336C3D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16C42C-016B-440A-8D2D-501AA73D9FB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116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D7CFEFE-A6D3-4923-B868-A54EF634F7F3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44BF3C8-BDB5-4994-83D5-0EAB3682B24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35156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C3E737-D1F4-4F66-8DB5-E43E5DD1C5AB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E21DC1-02F4-4C96-AF24-E07048F22F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750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9F241651-2D1C-46D7-A613-E4F848336C3D}" type="datetime1">
              <a:rPr lang="pl-PL" smtClean="0"/>
              <a:pPr lvl="0"/>
              <a:t>24.03.2020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lvl="0"/>
            <a:fld id="{0316C42C-016B-440A-8D2D-501AA73D9FB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5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A56871-DD4D-4A14-8F0A-C155A88FC1C9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pl-PL"/>
              <a:t>Języki i techniki programowania - Projekt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C8C53F2-6D40-4C9A-9775-48C7CE55652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8CEA75-0E05-461E-8232-E2F003731A0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/>
              <a:t>Laboratorium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6338D6-26CB-46FB-9C55-7E88ABD1656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20 godzin zajęć laboratoryjnych</a:t>
            </a:r>
          </a:p>
          <a:p>
            <a:pPr lvl="1"/>
            <a:r>
              <a:rPr lang="pl-PL" dirty="0"/>
              <a:t>Składowe oceny:</a:t>
            </a:r>
          </a:p>
          <a:p>
            <a:pPr lvl="2"/>
            <a:r>
              <a:rPr lang="pl-PL" dirty="0"/>
              <a:t>Realizacja zadań laboratoryjnych (wysyłanie rozwiązań na podany email przez prowadzącego – tytuł maila – [Nr grupy][</a:t>
            </a:r>
            <a:r>
              <a:rPr lang="pl-PL" dirty="0" err="1"/>
              <a:t>Jtp</a:t>
            </a:r>
            <a:r>
              <a:rPr lang="pl-PL" dirty="0"/>
              <a:t>][Nr zajęć] np. [I6B1S4][</a:t>
            </a:r>
            <a:r>
              <a:rPr lang="pl-PL" dirty="0" err="1"/>
              <a:t>Jtp</a:t>
            </a:r>
            <a:r>
              <a:rPr lang="pl-PL" dirty="0"/>
              <a:t>][Lab1-2])</a:t>
            </a:r>
          </a:p>
          <a:p>
            <a:pPr lvl="2"/>
            <a:r>
              <a:rPr lang="pl-PL" dirty="0"/>
              <a:t>Projekt</a:t>
            </a:r>
          </a:p>
          <a:p>
            <a:pPr lvl="2"/>
            <a:r>
              <a:rPr lang="pl-PL" dirty="0"/>
              <a:t>Kolokwium</a:t>
            </a:r>
          </a:p>
          <a:p>
            <a:pPr lvl="1"/>
            <a:r>
              <a:rPr lang="pl-PL" dirty="0"/>
              <a:t>Do uzyskania pozytywnej oceny konieczne jest zaliczenie każdej części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D50F0E-1916-415C-ACBB-94B6D83A56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/>
              <a:t>Projekt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F47D410-2CAC-4BE8-B227-0C16AB31B03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Zaprojektować i zaimplementować współbieżną aplikację w języku Java z interfejsem graficznym użytkownika (Swing/AWT/</a:t>
            </a:r>
            <a:r>
              <a:rPr lang="pl-PL" dirty="0" err="1"/>
              <a:t>JavaFx</a:t>
            </a:r>
            <a:r>
              <a:rPr lang="pl-PL" dirty="0"/>
              <a:t>).</a:t>
            </a:r>
          </a:p>
          <a:p>
            <a:pPr lvl="0"/>
            <a:r>
              <a:rPr lang="pl-PL" dirty="0"/>
              <a:t>Projekt może być realizowany w grupach do 2 osób – przyrost funkcjonalności aplikacji powinien rosnąć liniowo wraz ze wzrostem liczby członków zespołu.</a:t>
            </a:r>
          </a:p>
          <a:p>
            <a:pPr lvl="0"/>
            <a:r>
              <a:rPr lang="pl-PL" dirty="0"/>
              <a:t>Napisać i wygenerować dokumentację w formacie Java Doc.</a:t>
            </a:r>
          </a:p>
          <a:p>
            <a:pPr lvl="0"/>
            <a:r>
              <a:rPr lang="pl-PL" dirty="0"/>
              <a:t>Przykładowe rozwiązania:</a:t>
            </a:r>
          </a:p>
          <a:p>
            <a:pPr lvl="1"/>
            <a:r>
              <a:rPr lang="pl-PL" dirty="0"/>
              <a:t>Gry: pasjans, </a:t>
            </a:r>
            <a:r>
              <a:rPr lang="pl-PL" dirty="0" err="1"/>
              <a:t>pacman</a:t>
            </a:r>
            <a:r>
              <a:rPr lang="pl-PL" dirty="0"/>
              <a:t>, </a:t>
            </a:r>
            <a:r>
              <a:rPr lang="pl-PL" dirty="0" err="1"/>
              <a:t>tower</a:t>
            </a:r>
            <a:r>
              <a:rPr lang="pl-PL" dirty="0"/>
              <a:t> </a:t>
            </a:r>
            <a:r>
              <a:rPr lang="pl-PL" dirty="0" err="1"/>
              <a:t>defense</a:t>
            </a:r>
            <a:r>
              <a:rPr lang="pl-PL" dirty="0"/>
              <a:t>, </a:t>
            </a:r>
            <a:r>
              <a:rPr lang="pl-PL" dirty="0" err="1"/>
              <a:t>space</a:t>
            </a:r>
            <a:r>
              <a:rPr lang="pl-PL" dirty="0"/>
              <a:t> </a:t>
            </a:r>
            <a:r>
              <a:rPr lang="pl-PL" dirty="0" err="1"/>
              <a:t>invaders</a:t>
            </a:r>
            <a:r>
              <a:rPr lang="pl-PL" dirty="0"/>
              <a:t> itp.</a:t>
            </a:r>
          </a:p>
          <a:p>
            <a:pPr lvl="1"/>
            <a:r>
              <a:rPr lang="pl-PL" dirty="0"/>
              <a:t>Aplikacje: program do edycji grafiki, edytor tekstu itp.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2B54CC-6A61-4FC1-9B20-7B83BB313F3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l-PL" dirty="0"/>
              <a:t>Projekt	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29C698F-08D0-439E-97CB-E6810A0559F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dirty="0"/>
              <a:t>Projekt będzie oddawany na ostatnich dwóch laboratoriach (9-10).</a:t>
            </a:r>
          </a:p>
          <a:p>
            <a:pPr lvl="0"/>
            <a:r>
              <a:rPr lang="pl-PL" dirty="0"/>
              <a:t>Do końca marca przesłać na adres email arkusz w formacie .</a:t>
            </a:r>
            <a:r>
              <a:rPr lang="pl-PL" dirty="0" err="1"/>
              <a:t>xlsx</a:t>
            </a:r>
            <a:r>
              <a:rPr lang="pl-PL" dirty="0"/>
              <a:t> z listą (wysyła starosta grupy):</a:t>
            </a:r>
          </a:p>
          <a:p>
            <a:pPr lvl="1"/>
            <a:r>
              <a:rPr lang="pl-PL" dirty="0"/>
              <a:t>Tematów projektów</a:t>
            </a:r>
          </a:p>
          <a:p>
            <a:pPr lvl="1"/>
            <a:r>
              <a:rPr lang="pl-PL" dirty="0"/>
              <a:t>Imię nazwisko realizującego(realizujących)</a:t>
            </a:r>
          </a:p>
          <a:p>
            <a:pPr lvl="1"/>
            <a:r>
              <a:rPr lang="pl-PL" dirty="0"/>
              <a:t>Opis funkcjonalności projektu</a:t>
            </a:r>
          </a:p>
          <a:p>
            <a:pPr lvl="0"/>
            <a:r>
              <a:rPr lang="pl-PL" dirty="0"/>
              <a:t>Prowadzący po otrzymaniu arkusza wprowadzi uwagi i odeśle do nadawcy.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190</Words>
  <Application>Microsoft Office PowerPoint</Application>
  <PresentationFormat>Panoramiczny</PresentationFormat>
  <Paragraphs>22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Faseta</vt:lpstr>
      <vt:lpstr>Języki i techniki programowania - Projekt</vt:lpstr>
      <vt:lpstr>Laboratorium</vt:lpstr>
      <vt:lpstr>Projekt</vt:lpstr>
      <vt:lpstr>Projekt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Języki i techniki programowania</dc:title>
  <dc:creator>Paweł Pieczonka</dc:creator>
  <cp:lastModifiedBy>Tomasz Gutowski</cp:lastModifiedBy>
  <cp:revision>3</cp:revision>
  <dcterms:created xsi:type="dcterms:W3CDTF">2020-03-15T09:30:12Z</dcterms:created>
  <dcterms:modified xsi:type="dcterms:W3CDTF">2020-03-24T08:02:39Z</dcterms:modified>
</cp:coreProperties>
</file>