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9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01487D-A8D7-4D55-94C0-E5BB6CAA7CF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7A00B3-6575-433D-B99C-3AF56C410AAC}">
      <dgm:prSet/>
      <dgm:spPr/>
      <dgm:t>
        <a:bodyPr/>
        <a:lstStyle/>
        <a:p>
          <a:r>
            <a:rPr lang="pl-PL"/>
            <a:t>Rodzaje:</a:t>
          </a:r>
          <a:endParaRPr lang="en-US"/>
        </a:p>
      </dgm:t>
    </dgm:pt>
    <dgm:pt modelId="{88E7308E-5416-4447-9733-D68F28E01349}" type="parTrans" cxnId="{6A9D2ACC-7693-402E-8B23-E69095002940}">
      <dgm:prSet/>
      <dgm:spPr/>
      <dgm:t>
        <a:bodyPr/>
        <a:lstStyle/>
        <a:p>
          <a:endParaRPr lang="en-US"/>
        </a:p>
      </dgm:t>
    </dgm:pt>
    <dgm:pt modelId="{761E1CAC-DD6F-4847-A97C-C521DB9390EA}" type="sibTrans" cxnId="{6A9D2ACC-7693-402E-8B23-E69095002940}">
      <dgm:prSet/>
      <dgm:spPr/>
      <dgm:t>
        <a:bodyPr/>
        <a:lstStyle/>
        <a:p>
          <a:endParaRPr lang="en-US"/>
        </a:p>
      </dgm:t>
    </dgm:pt>
    <dgm:pt modelId="{6CF898DF-28E1-4FD1-851C-7A5D58BA7EA3}">
      <dgm:prSet/>
      <dgm:spPr/>
      <dgm:t>
        <a:bodyPr/>
        <a:lstStyle/>
        <a:p>
          <a:r>
            <a:rPr lang="pl-PL" b="1"/>
            <a:t>ArrayList </a:t>
          </a:r>
          <a:r>
            <a:rPr lang="pl-PL"/>
            <a:t>- implementacja tablicowa</a:t>
          </a:r>
          <a:endParaRPr lang="en-US"/>
        </a:p>
      </dgm:t>
    </dgm:pt>
    <dgm:pt modelId="{16299865-A45C-4CD4-B8FC-B5D1D39B47D2}" type="parTrans" cxnId="{8A7C3DA7-45AA-4597-939E-A0972A18D53A}">
      <dgm:prSet/>
      <dgm:spPr/>
      <dgm:t>
        <a:bodyPr/>
        <a:lstStyle/>
        <a:p>
          <a:endParaRPr lang="en-US"/>
        </a:p>
      </dgm:t>
    </dgm:pt>
    <dgm:pt modelId="{FDE167D2-2C1B-4676-97E4-A1DD8AEAB083}" type="sibTrans" cxnId="{8A7C3DA7-45AA-4597-939E-A0972A18D53A}">
      <dgm:prSet/>
      <dgm:spPr/>
      <dgm:t>
        <a:bodyPr/>
        <a:lstStyle/>
        <a:p>
          <a:endParaRPr lang="en-US"/>
        </a:p>
      </dgm:t>
    </dgm:pt>
    <dgm:pt modelId="{AF9E9D6D-89FF-42B7-A446-783008DCD3EB}">
      <dgm:prSet/>
      <dgm:spPr/>
      <dgm:t>
        <a:bodyPr/>
        <a:lstStyle/>
        <a:p>
          <a:r>
            <a:rPr lang="pl-PL" b="1"/>
            <a:t>LinkedList </a:t>
          </a:r>
          <a:r>
            <a:rPr lang="pl-PL"/>
            <a:t>- implementacja wiązana</a:t>
          </a:r>
          <a:endParaRPr lang="en-US"/>
        </a:p>
      </dgm:t>
    </dgm:pt>
    <dgm:pt modelId="{DE8FD050-0BF3-4E75-AF4C-0E28EEF06C6B}" type="parTrans" cxnId="{26EA3ED4-F859-4C1A-95E0-287C1A7C3C0B}">
      <dgm:prSet/>
      <dgm:spPr/>
      <dgm:t>
        <a:bodyPr/>
        <a:lstStyle/>
        <a:p>
          <a:endParaRPr lang="en-US"/>
        </a:p>
      </dgm:t>
    </dgm:pt>
    <dgm:pt modelId="{555B9728-7FFE-4CA5-9BF4-173623B6E5B8}" type="sibTrans" cxnId="{26EA3ED4-F859-4C1A-95E0-287C1A7C3C0B}">
      <dgm:prSet/>
      <dgm:spPr/>
      <dgm:t>
        <a:bodyPr/>
        <a:lstStyle/>
        <a:p>
          <a:endParaRPr lang="en-US"/>
        </a:p>
      </dgm:t>
    </dgm:pt>
    <dgm:pt modelId="{9896D983-BF9D-4C68-B173-E5A16745ED76}">
      <dgm:prSet/>
      <dgm:spPr/>
      <dgm:t>
        <a:bodyPr/>
        <a:lstStyle/>
        <a:p>
          <a:r>
            <a:rPr lang="pl-PL"/>
            <a:t>Najważniejsze metody:</a:t>
          </a:r>
          <a:endParaRPr lang="en-US"/>
        </a:p>
      </dgm:t>
    </dgm:pt>
    <dgm:pt modelId="{7A367F8B-C34B-445D-92F8-8EAE0D829FC0}" type="parTrans" cxnId="{71B7F72F-2573-4F52-A917-633D54961A9B}">
      <dgm:prSet/>
      <dgm:spPr/>
      <dgm:t>
        <a:bodyPr/>
        <a:lstStyle/>
        <a:p>
          <a:endParaRPr lang="en-US"/>
        </a:p>
      </dgm:t>
    </dgm:pt>
    <dgm:pt modelId="{6E25AFA0-F961-4B82-A92F-39B78A0A8F60}" type="sibTrans" cxnId="{71B7F72F-2573-4F52-A917-633D54961A9B}">
      <dgm:prSet/>
      <dgm:spPr/>
      <dgm:t>
        <a:bodyPr/>
        <a:lstStyle/>
        <a:p>
          <a:endParaRPr lang="en-US"/>
        </a:p>
      </dgm:t>
    </dgm:pt>
    <dgm:pt modelId="{BA8D1E57-E49C-4014-B501-8CF5E90DFA01}">
      <dgm:prSet/>
      <dgm:spPr/>
      <dgm:t>
        <a:bodyPr/>
        <a:lstStyle/>
        <a:p>
          <a:r>
            <a:rPr lang="pl-PL" b="1"/>
            <a:t>add(Object)</a:t>
          </a:r>
          <a:r>
            <a:rPr lang="pl-PL"/>
            <a:t> - dodaje element do listy</a:t>
          </a:r>
          <a:endParaRPr lang="en-US"/>
        </a:p>
      </dgm:t>
    </dgm:pt>
    <dgm:pt modelId="{EE35F9DC-2B37-42F7-972A-E1825D1031BA}" type="parTrans" cxnId="{3E7994E3-AD5E-42A5-92F8-7F5B94AC9942}">
      <dgm:prSet/>
      <dgm:spPr/>
      <dgm:t>
        <a:bodyPr/>
        <a:lstStyle/>
        <a:p>
          <a:endParaRPr lang="en-US"/>
        </a:p>
      </dgm:t>
    </dgm:pt>
    <dgm:pt modelId="{8A8EF40B-72FC-4D85-A225-D66593B1F82F}" type="sibTrans" cxnId="{3E7994E3-AD5E-42A5-92F8-7F5B94AC9942}">
      <dgm:prSet/>
      <dgm:spPr/>
      <dgm:t>
        <a:bodyPr/>
        <a:lstStyle/>
        <a:p>
          <a:endParaRPr lang="en-US"/>
        </a:p>
      </dgm:t>
    </dgm:pt>
    <dgm:pt modelId="{CE1C17B0-D7D6-4426-972E-7F77321B02BB}">
      <dgm:prSet/>
      <dgm:spPr/>
      <dgm:t>
        <a:bodyPr/>
        <a:lstStyle/>
        <a:p>
          <a:r>
            <a:rPr lang="pl-PL" b="1"/>
            <a:t>remove(Object)</a:t>
          </a:r>
          <a:r>
            <a:rPr lang="pl-PL"/>
            <a:t> - usuwa pierwsze wystąpienie podanego obiektu z listy</a:t>
          </a:r>
          <a:endParaRPr lang="en-US"/>
        </a:p>
      </dgm:t>
    </dgm:pt>
    <dgm:pt modelId="{22470F01-4DC9-4A7A-A0CC-B0845F3CDF5A}" type="parTrans" cxnId="{03842F65-F3DB-4313-A244-0D774CC9161E}">
      <dgm:prSet/>
      <dgm:spPr/>
      <dgm:t>
        <a:bodyPr/>
        <a:lstStyle/>
        <a:p>
          <a:endParaRPr lang="en-US"/>
        </a:p>
      </dgm:t>
    </dgm:pt>
    <dgm:pt modelId="{CEC6FCCE-8179-4255-AA22-3EF45225F52E}" type="sibTrans" cxnId="{03842F65-F3DB-4313-A244-0D774CC9161E}">
      <dgm:prSet/>
      <dgm:spPr/>
      <dgm:t>
        <a:bodyPr/>
        <a:lstStyle/>
        <a:p>
          <a:endParaRPr lang="en-US"/>
        </a:p>
      </dgm:t>
    </dgm:pt>
    <dgm:pt modelId="{CDDB2719-9DD3-4CAB-8818-E439AA1E8717}">
      <dgm:prSet/>
      <dgm:spPr/>
      <dgm:t>
        <a:bodyPr/>
        <a:lstStyle/>
        <a:p>
          <a:r>
            <a:rPr lang="pl-PL" b="1"/>
            <a:t>remove(int) </a:t>
          </a:r>
          <a:r>
            <a:rPr lang="pl-PL"/>
            <a:t>- usuwa z listy element o wskazanym indeksie</a:t>
          </a:r>
          <a:endParaRPr lang="en-US"/>
        </a:p>
      </dgm:t>
    </dgm:pt>
    <dgm:pt modelId="{18694674-6327-4757-B663-FAE383D4B639}" type="parTrans" cxnId="{149A6EC0-7383-42F9-B1C9-FFD27FBFCD4B}">
      <dgm:prSet/>
      <dgm:spPr/>
      <dgm:t>
        <a:bodyPr/>
        <a:lstStyle/>
        <a:p>
          <a:endParaRPr lang="en-US"/>
        </a:p>
      </dgm:t>
    </dgm:pt>
    <dgm:pt modelId="{107F49C2-18B3-487A-A15A-B1D194EA1A77}" type="sibTrans" cxnId="{149A6EC0-7383-42F9-B1C9-FFD27FBFCD4B}">
      <dgm:prSet/>
      <dgm:spPr/>
      <dgm:t>
        <a:bodyPr/>
        <a:lstStyle/>
        <a:p>
          <a:endParaRPr lang="en-US"/>
        </a:p>
      </dgm:t>
    </dgm:pt>
    <dgm:pt modelId="{34591B99-A4FB-4ED0-829B-5CE21C26E091}">
      <dgm:prSet/>
      <dgm:spPr/>
      <dgm:t>
        <a:bodyPr/>
        <a:lstStyle/>
        <a:p>
          <a:r>
            <a:rPr lang="pl-PL" b="1"/>
            <a:t>size()</a:t>
          </a:r>
          <a:r>
            <a:rPr lang="pl-PL"/>
            <a:t> - odpowiednik własności length w przypadku tablic - zwraca rozmiar listy</a:t>
          </a:r>
          <a:endParaRPr lang="en-US"/>
        </a:p>
      </dgm:t>
    </dgm:pt>
    <dgm:pt modelId="{63CD9011-79C8-473B-9F80-4571E25F5295}" type="parTrans" cxnId="{9FE8EEFB-1D1B-49A7-8898-01EFE6813EEB}">
      <dgm:prSet/>
      <dgm:spPr/>
      <dgm:t>
        <a:bodyPr/>
        <a:lstStyle/>
        <a:p>
          <a:endParaRPr lang="en-US"/>
        </a:p>
      </dgm:t>
    </dgm:pt>
    <dgm:pt modelId="{7A991D3D-C299-45ED-95B3-3A5C37B07620}" type="sibTrans" cxnId="{9FE8EEFB-1D1B-49A7-8898-01EFE6813EEB}">
      <dgm:prSet/>
      <dgm:spPr/>
      <dgm:t>
        <a:bodyPr/>
        <a:lstStyle/>
        <a:p>
          <a:endParaRPr lang="en-US"/>
        </a:p>
      </dgm:t>
    </dgm:pt>
    <dgm:pt modelId="{B8228FD0-1B7C-4E67-829F-C4D0282B4640}">
      <dgm:prSet/>
      <dgm:spPr/>
      <dgm:t>
        <a:bodyPr/>
        <a:lstStyle/>
        <a:p>
          <a:r>
            <a:rPr lang="pl-PL" b="1"/>
            <a:t>get(int)</a:t>
          </a:r>
          <a:r>
            <a:rPr lang="pl-PL"/>
            <a:t> - pozwala odczytać element o wskazanym indeksie</a:t>
          </a:r>
          <a:endParaRPr lang="en-US"/>
        </a:p>
      </dgm:t>
    </dgm:pt>
    <dgm:pt modelId="{CC6CB7D1-466A-4637-B73A-F107DF41E173}" type="parTrans" cxnId="{0EBB2183-2676-43A2-BD0F-BA25B292E13A}">
      <dgm:prSet/>
      <dgm:spPr/>
      <dgm:t>
        <a:bodyPr/>
        <a:lstStyle/>
        <a:p>
          <a:endParaRPr lang="en-US"/>
        </a:p>
      </dgm:t>
    </dgm:pt>
    <dgm:pt modelId="{B27F71B2-A48F-4D28-9B25-A2FFF30D1DF2}" type="sibTrans" cxnId="{0EBB2183-2676-43A2-BD0F-BA25B292E13A}">
      <dgm:prSet/>
      <dgm:spPr/>
      <dgm:t>
        <a:bodyPr/>
        <a:lstStyle/>
        <a:p>
          <a:endParaRPr lang="en-US"/>
        </a:p>
      </dgm:t>
    </dgm:pt>
    <dgm:pt modelId="{E9DB839B-F200-4E22-97E4-4D45091F960B}" type="pres">
      <dgm:prSet presAssocID="{4C01487D-A8D7-4D55-94C0-E5BB6CAA7CF2}" presName="linear" presStyleCnt="0">
        <dgm:presLayoutVars>
          <dgm:animLvl val="lvl"/>
          <dgm:resizeHandles val="exact"/>
        </dgm:presLayoutVars>
      </dgm:prSet>
      <dgm:spPr/>
    </dgm:pt>
    <dgm:pt modelId="{5066E03B-B081-4993-B6D6-7848571D32ED}" type="pres">
      <dgm:prSet presAssocID="{8E7A00B3-6575-433D-B99C-3AF56C410AA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E14AA77-1C07-4F9A-8161-65E0CFAA4FEB}" type="pres">
      <dgm:prSet presAssocID="{8E7A00B3-6575-433D-B99C-3AF56C410AAC}" presName="childText" presStyleLbl="revTx" presStyleIdx="0" presStyleCnt="2">
        <dgm:presLayoutVars>
          <dgm:bulletEnabled val="1"/>
        </dgm:presLayoutVars>
      </dgm:prSet>
      <dgm:spPr/>
    </dgm:pt>
    <dgm:pt modelId="{4EF5EEB7-1FED-4895-9DD3-40812D078C4F}" type="pres">
      <dgm:prSet presAssocID="{9896D983-BF9D-4C68-B173-E5A16745ED7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CE4ACA6-F8DA-449D-A857-EFBBEE155AD8}" type="pres">
      <dgm:prSet presAssocID="{9896D983-BF9D-4C68-B173-E5A16745ED7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763FF05-5510-4D99-B794-6AB5664D2D8D}" type="presOf" srcId="{9896D983-BF9D-4C68-B173-E5A16745ED76}" destId="{4EF5EEB7-1FED-4895-9DD3-40812D078C4F}" srcOrd="0" destOrd="0" presId="urn:microsoft.com/office/officeart/2005/8/layout/vList2"/>
    <dgm:cxn modelId="{E6FD282B-A2A0-43F1-8394-702ABE549BEE}" type="presOf" srcId="{CDDB2719-9DD3-4CAB-8818-E439AA1E8717}" destId="{2CE4ACA6-F8DA-449D-A857-EFBBEE155AD8}" srcOrd="0" destOrd="2" presId="urn:microsoft.com/office/officeart/2005/8/layout/vList2"/>
    <dgm:cxn modelId="{71B7F72F-2573-4F52-A917-633D54961A9B}" srcId="{4C01487D-A8D7-4D55-94C0-E5BB6CAA7CF2}" destId="{9896D983-BF9D-4C68-B173-E5A16745ED76}" srcOrd="1" destOrd="0" parTransId="{7A367F8B-C34B-445D-92F8-8EAE0D829FC0}" sibTransId="{6E25AFA0-F961-4B82-A92F-39B78A0A8F60}"/>
    <dgm:cxn modelId="{56268D62-E99B-448F-AD16-79DA4849CC60}" type="presOf" srcId="{BA8D1E57-E49C-4014-B501-8CF5E90DFA01}" destId="{2CE4ACA6-F8DA-449D-A857-EFBBEE155AD8}" srcOrd="0" destOrd="0" presId="urn:microsoft.com/office/officeart/2005/8/layout/vList2"/>
    <dgm:cxn modelId="{03842F65-F3DB-4313-A244-0D774CC9161E}" srcId="{9896D983-BF9D-4C68-B173-E5A16745ED76}" destId="{CE1C17B0-D7D6-4426-972E-7F77321B02BB}" srcOrd="1" destOrd="0" parTransId="{22470F01-4DC9-4A7A-A0CC-B0845F3CDF5A}" sibTransId="{CEC6FCCE-8179-4255-AA22-3EF45225F52E}"/>
    <dgm:cxn modelId="{3860E54F-D913-45D5-8A91-C379BD2F4A0E}" type="presOf" srcId="{AF9E9D6D-89FF-42B7-A446-783008DCD3EB}" destId="{BE14AA77-1C07-4F9A-8161-65E0CFAA4FEB}" srcOrd="0" destOrd="1" presId="urn:microsoft.com/office/officeart/2005/8/layout/vList2"/>
    <dgm:cxn modelId="{2A3B4E57-146E-482C-A8BD-070A7EBCFECC}" type="presOf" srcId="{34591B99-A4FB-4ED0-829B-5CE21C26E091}" destId="{2CE4ACA6-F8DA-449D-A857-EFBBEE155AD8}" srcOrd="0" destOrd="3" presId="urn:microsoft.com/office/officeart/2005/8/layout/vList2"/>
    <dgm:cxn modelId="{0EBB2183-2676-43A2-BD0F-BA25B292E13A}" srcId="{9896D983-BF9D-4C68-B173-E5A16745ED76}" destId="{B8228FD0-1B7C-4E67-829F-C4D0282B4640}" srcOrd="4" destOrd="0" parTransId="{CC6CB7D1-466A-4637-B73A-F107DF41E173}" sibTransId="{B27F71B2-A48F-4D28-9B25-A2FFF30D1DF2}"/>
    <dgm:cxn modelId="{183E4A8A-BC61-4811-BB24-9A6AFC346E57}" type="presOf" srcId="{CE1C17B0-D7D6-4426-972E-7F77321B02BB}" destId="{2CE4ACA6-F8DA-449D-A857-EFBBEE155AD8}" srcOrd="0" destOrd="1" presId="urn:microsoft.com/office/officeart/2005/8/layout/vList2"/>
    <dgm:cxn modelId="{8456DAA2-16D7-46E0-B5D9-66A7E138829E}" type="presOf" srcId="{6CF898DF-28E1-4FD1-851C-7A5D58BA7EA3}" destId="{BE14AA77-1C07-4F9A-8161-65E0CFAA4FEB}" srcOrd="0" destOrd="0" presId="urn:microsoft.com/office/officeart/2005/8/layout/vList2"/>
    <dgm:cxn modelId="{8A7C3DA7-45AA-4597-939E-A0972A18D53A}" srcId="{8E7A00B3-6575-433D-B99C-3AF56C410AAC}" destId="{6CF898DF-28E1-4FD1-851C-7A5D58BA7EA3}" srcOrd="0" destOrd="0" parTransId="{16299865-A45C-4CD4-B8FC-B5D1D39B47D2}" sibTransId="{FDE167D2-2C1B-4676-97E4-A1DD8AEAB083}"/>
    <dgm:cxn modelId="{0CF963BE-6DBC-43C3-B3EF-642FFE15B812}" type="presOf" srcId="{8E7A00B3-6575-433D-B99C-3AF56C410AAC}" destId="{5066E03B-B081-4993-B6D6-7848571D32ED}" srcOrd="0" destOrd="0" presId="urn:microsoft.com/office/officeart/2005/8/layout/vList2"/>
    <dgm:cxn modelId="{149A6EC0-7383-42F9-B1C9-FFD27FBFCD4B}" srcId="{9896D983-BF9D-4C68-B173-E5A16745ED76}" destId="{CDDB2719-9DD3-4CAB-8818-E439AA1E8717}" srcOrd="2" destOrd="0" parTransId="{18694674-6327-4757-B663-FAE383D4B639}" sibTransId="{107F49C2-18B3-487A-A15A-B1D194EA1A77}"/>
    <dgm:cxn modelId="{6A9D2ACC-7693-402E-8B23-E69095002940}" srcId="{4C01487D-A8D7-4D55-94C0-E5BB6CAA7CF2}" destId="{8E7A00B3-6575-433D-B99C-3AF56C410AAC}" srcOrd="0" destOrd="0" parTransId="{88E7308E-5416-4447-9733-D68F28E01349}" sibTransId="{761E1CAC-DD6F-4847-A97C-C521DB9390EA}"/>
    <dgm:cxn modelId="{26EA3ED4-F859-4C1A-95E0-287C1A7C3C0B}" srcId="{8E7A00B3-6575-433D-B99C-3AF56C410AAC}" destId="{AF9E9D6D-89FF-42B7-A446-783008DCD3EB}" srcOrd="1" destOrd="0" parTransId="{DE8FD050-0BF3-4E75-AF4C-0E28EEF06C6B}" sibTransId="{555B9728-7FFE-4CA5-9BF4-173623B6E5B8}"/>
    <dgm:cxn modelId="{C1A27AD9-81BB-4A0C-8B18-D26B9CC7978A}" type="presOf" srcId="{4C01487D-A8D7-4D55-94C0-E5BB6CAA7CF2}" destId="{E9DB839B-F200-4E22-97E4-4D45091F960B}" srcOrd="0" destOrd="0" presId="urn:microsoft.com/office/officeart/2005/8/layout/vList2"/>
    <dgm:cxn modelId="{3E7994E3-AD5E-42A5-92F8-7F5B94AC9942}" srcId="{9896D983-BF9D-4C68-B173-E5A16745ED76}" destId="{BA8D1E57-E49C-4014-B501-8CF5E90DFA01}" srcOrd="0" destOrd="0" parTransId="{EE35F9DC-2B37-42F7-972A-E1825D1031BA}" sibTransId="{8A8EF40B-72FC-4D85-A225-D66593B1F82F}"/>
    <dgm:cxn modelId="{A91A7CF5-73B1-447A-8866-BA031F385100}" type="presOf" srcId="{B8228FD0-1B7C-4E67-829F-C4D0282B4640}" destId="{2CE4ACA6-F8DA-449D-A857-EFBBEE155AD8}" srcOrd="0" destOrd="4" presId="urn:microsoft.com/office/officeart/2005/8/layout/vList2"/>
    <dgm:cxn modelId="{9FE8EEFB-1D1B-49A7-8898-01EFE6813EEB}" srcId="{9896D983-BF9D-4C68-B173-E5A16745ED76}" destId="{34591B99-A4FB-4ED0-829B-5CE21C26E091}" srcOrd="3" destOrd="0" parTransId="{63CD9011-79C8-473B-9F80-4571E25F5295}" sibTransId="{7A991D3D-C299-45ED-95B3-3A5C37B07620}"/>
    <dgm:cxn modelId="{ADF919C7-C67D-430D-903C-70D4A34AEB09}" type="presParOf" srcId="{E9DB839B-F200-4E22-97E4-4D45091F960B}" destId="{5066E03B-B081-4993-B6D6-7848571D32ED}" srcOrd="0" destOrd="0" presId="urn:microsoft.com/office/officeart/2005/8/layout/vList2"/>
    <dgm:cxn modelId="{730179DD-B107-448A-B7F8-85FAEAF46EF0}" type="presParOf" srcId="{E9DB839B-F200-4E22-97E4-4D45091F960B}" destId="{BE14AA77-1C07-4F9A-8161-65E0CFAA4FEB}" srcOrd="1" destOrd="0" presId="urn:microsoft.com/office/officeart/2005/8/layout/vList2"/>
    <dgm:cxn modelId="{CB9E297B-6C7E-4B24-B5F6-668C938A78A6}" type="presParOf" srcId="{E9DB839B-F200-4E22-97E4-4D45091F960B}" destId="{4EF5EEB7-1FED-4895-9DD3-40812D078C4F}" srcOrd="2" destOrd="0" presId="urn:microsoft.com/office/officeart/2005/8/layout/vList2"/>
    <dgm:cxn modelId="{DAADE268-BF58-4FDA-9966-071007031251}" type="presParOf" srcId="{E9DB839B-F200-4E22-97E4-4D45091F960B}" destId="{2CE4ACA6-F8DA-449D-A857-EFBBEE155AD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535CDB-E500-470E-8118-7EA0D9BA7D40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86B07F-E5CA-4DC0-8D13-912C38EB7A00}">
      <dgm:prSet/>
      <dgm:spPr/>
      <dgm:t>
        <a:bodyPr/>
        <a:lstStyle/>
        <a:p>
          <a:r>
            <a:rPr lang="pl-PL"/>
            <a:t>Zdecydowana większość implementacji kolejek w języku Java działa w formie FIFO (first in – first out). Wyjątek stanowi kolejka priorytetowa.</a:t>
          </a:r>
          <a:endParaRPr lang="en-US"/>
        </a:p>
      </dgm:t>
    </dgm:pt>
    <dgm:pt modelId="{8B51B74E-CD76-4520-96DB-6AE518133658}" type="parTrans" cxnId="{F669E1C5-1365-4B3F-8E61-0C1C60EAF154}">
      <dgm:prSet/>
      <dgm:spPr/>
      <dgm:t>
        <a:bodyPr/>
        <a:lstStyle/>
        <a:p>
          <a:endParaRPr lang="en-US"/>
        </a:p>
      </dgm:t>
    </dgm:pt>
    <dgm:pt modelId="{DB698166-A2D5-4DCF-B89E-1F5F4BDA59E6}" type="sibTrans" cxnId="{F669E1C5-1365-4B3F-8E61-0C1C60EAF154}">
      <dgm:prSet/>
      <dgm:spPr/>
      <dgm:t>
        <a:bodyPr/>
        <a:lstStyle/>
        <a:p>
          <a:endParaRPr lang="en-US"/>
        </a:p>
      </dgm:t>
    </dgm:pt>
    <dgm:pt modelId="{53066F5C-2E4D-4535-BF1D-61D0EDDE14C4}">
      <dgm:prSet/>
      <dgm:spPr/>
      <dgm:t>
        <a:bodyPr/>
        <a:lstStyle/>
        <a:p>
          <a:r>
            <a:rPr lang="pl-PL"/>
            <a:t>Najważniejsze metody:</a:t>
          </a:r>
          <a:endParaRPr lang="en-US"/>
        </a:p>
      </dgm:t>
    </dgm:pt>
    <dgm:pt modelId="{5AAF085E-26B2-4C05-BBF0-5AE50C988B91}" type="parTrans" cxnId="{B386C591-3F5D-4BB5-BFFB-93088CCDDB3F}">
      <dgm:prSet/>
      <dgm:spPr/>
      <dgm:t>
        <a:bodyPr/>
        <a:lstStyle/>
        <a:p>
          <a:endParaRPr lang="en-US"/>
        </a:p>
      </dgm:t>
    </dgm:pt>
    <dgm:pt modelId="{01F863A8-361A-4846-877D-51AEC0E3B7B6}" type="sibTrans" cxnId="{B386C591-3F5D-4BB5-BFFB-93088CCDDB3F}">
      <dgm:prSet/>
      <dgm:spPr/>
      <dgm:t>
        <a:bodyPr/>
        <a:lstStyle/>
        <a:p>
          <a:endParaRPr lang="en-US"/>
        </a:p>
      </dgm:t>
    </dgm:pt>
    <dgm:pt modelId="{F74714E3-A20C-457D-8EFA-2BC67B28EE93}">
      <dgm:prSet/>
      <dgm:spPr/>
      <dgm:t>
        <a:bodyPr/>
        <a:lstStyle/>
        <a:p>
          <a:r>
            <a:rPr lang="en-US" b="1" i="1"/>
            <a:t>offer()</a:t>
          </a:r>
          <a:r>
            <a:rPr lang="en-US"/>
            <a:t> – </a:t>
          </a:r>
          <a:r>
            <a:rPr lang="pl-PL"/>
            <a:t>wstawianie nowego elementu do kolejki</a:t>
          </a:r>
          <a:endParaRPr lang="en-US"/>
        </a:p>
      </dgm:t>
    </dgm:pt>
    <dgm:pt modelId="{ECFCB9B4-5EDC-4AFB-997A-62EC46EE47A5}" type="parTrans" cxnId="{A65AD3B3-3EE8-4C41-86E3-90B4BAE9B007}">
      <dgm:prSet/>
      <dgm:spPr/>
      <dgm:t>
        <a:bodyPr/>
        <a:lstStyle/>
        <a:p>
          <a:endParaRPr lang="en-US"/>
        </a:p>
      </dgm:t>
    </dgm:pt>
    <dgm:pt modelId="{F8D15F8E-DA04-4814-A92C-77C2144EB541}" type="sibTrans" cxnId="{A65AD3B3-3EE8-4C41-86E3-90B4BAE9B007}">
      <dgm:prSet/>
      <dgm:spPr/>
      <dgm:t>
        <a:bodyPr/>
        <a:lstStyle/>
        <a:p>
          <a:endParaRPr lang="en-US"/>
        </a:p>
      </dgm:t>
    </dgm:pt>
    <dgm:pt modelId="{7643A4E7-A8A8-4022-B558-78B688DA420B}">
      <dgm:prSet/>
      <dgm:spPr/>
      <dgm:t>
        <a:bodyPr/>
        <a:lstStyle/>
        <a:p>
          <a:r>
            <a:rPr lang="en-US" b="1" i="1"/>
            <a:t>poll()</a:t>
          </a:r>
          <a:r>
            <a:rPr lang="en-US" i="1"/>
            <a:t> </a:t>
          </a:r>
          <a:r>
            <a:rPr lang="en-US"/>
            <a:t>– </a:t>
          </a:r>
          <a:r>
            <a:rPr lang="pl-PL"/>
            <a:t>usunięcie elementu z początku kolejki</a:t>
          </a:r>
          <a:endParaRPr lang="en-US"/>
        </a:p>
      </dgm:t>
    </dgm:pt>
    <dgm:pt modelId="{EBAC97FC-47C3-4953-AD0A-C61E36284829}" type="parTrans" cxnId="{842ACBA7-EE2D-4A45-AE90-1FB834C5548B}">
      <dgm:prSet/>
      <dgm:spPr/>
      <dgm:t>
        <a:bodyPr/>
        <a:lstStyle/>
        <a:p>
          <a:endParaRPr lang="en-US"/>
        </a:p>
      </dgm:t>
    </dgm:pt>
    <dgm:pt modelId="{4EE3DDB3-ABFA-4C53-BD07-987B82ECA04B}" type="sibTrans" cxnId="{842ACBA7-EE2D-4A45-AE90-1FB834C5548B}">
      <dgm:prSet/>
      <dgm:spPr/>
      <dgm:t>
        <a:bodyPr/>
        <a:lstStyle/>
        <a:p>
          <a:endParaRPr lang="en-US"/>
        </a:p>
      </dgm:t>
    </dgm:pt>
    <dgm:pt modelId="{4D3AB4C0-FC90-4806-BA84-AAEA4655A69F}">
      <dgm:prSet/>
      <dgm:spPr/>
      <dgm:t>
        <a:bodyPr/>
        <a:lstStyle/>
        <a:p>
          <a:r>
            <a:rPr lang="en-US" b="1" i="1"/>
            <a:t>peek()</a:t>
          </a:r>
          <a:r>
            <a:rPr lang="en-US" i="1"/>
            <a:t> –</a:t>
          </a:r>
          <a:r>
            <a:rPr lang="en-US"/>
            <a:t> </a:t>
          </a:r>
          <a:r>
            <a:rPr lang="pl-PL"/>
            <a:t>inspekcja (podgląd) pierwszego elementu kolejki, bez usuwania go</a:t>
          </a:r>
          <a:endParaRPr lang="en-US"/>
        </a:p>
      </dgm:t>
    </dgm:pt>
    <dgm:pt modelId="{3F005824-2E5E-4B1F-B9A2-90E73BFFBEC0}" type="parTrans" cxnId="{3EEB455F-725C-4267-8A36-033599C24E6B}">
      <dgm:prSet/>
      <dgm:spPr/>
      <dgm:t>
        <a:bodyPr/>
        <a:lstStyle/>
        <a:p>
          <a:endParaRPr lang="en-US"/>
        </a:p>
      </dgm:t>
    </dgm:pt>
    <dgm:pt modelId="{F7405C17-25B3-491C-BB16-5DE992CCF5FE}" type="sibTrans" cxnId="{3EEB455F-725C-4267-8A36-033599C24E6B}">
      <dgm:prSet/>
      <dgm:spPr/>
      <dgm:t>
        <a:bodyPr/>
        <a:lstStyle/>
        <a:p>
          <a:endParaRPr lang="en-US"/>
        </a:p>
      </dgm:t>
    </dgm:pt>
    <dgm:pt modelId="{7E7C8D00-F0FA-4294-82B4-15BB15347A26}">
      <dgm:prSet/>
      <dgm:spPr/>
      <dgm:t>
        <a:bodyPr/>
        <a:lstStyle/>
        <a:p>
          <a:r>
            <a:rPr lang="pl-PL"/>
            <a:t>Sub-interface:</a:t>
          </a:r>
          <a:endParaRPr lang="en-US"/>
        </a:p>
      </dgm:t>
    </dgm:pt>
    <dgm:pt modelId="{BE0401F1-F2F0-44D3-805C-ACB6036D5E55}" type="parTrans" cxnId="{334BE3C2-C262-4864-A617-0102CBE3EA18}">
      <dgm:prSet/>
      <dgm:spPr/>
      <dgm:t>
        <a:bodyPr/>
        <a:lstStyle/>
        <a:p>
          <a:endParaRPr lang="en-US"/>
        </a:p>
      </dgm:t>
    </dgm:pt>
    <dgm:pt modelId="{88CB71B7-34EA-46D4-9B64-3ED1F788E7E5}" type="sibTrans" cxnId="{334BE3C2-C262-4864-A617-0102CBE3EA18}">
      <dgm:prSet/>
      <dgm:spPr/>
      <dgm:t>
        <a:bodyPr/>
        <a:lstStyle/>
        <a:p>
          <a:endParaRPr lang="en-US"/>
        </a:p>
      </dgm:t>
    </dgm:pt>
    <dgm:pt modelId="{5043D51F-1880-4F95-8133-51E67C6E4F82}">
      <dgm:prSet/>
      <dgm:spPr/>
      <dgm:t>
        <a:bodyPr/>
        <a:lstStyle/>
        <a:p>
          <a:r>
            <a:rPr lang="en-US" i="1"/>
            <a:t>Blocking Queues, Transfer Queues</a:t>
          </a:r>
          <a:r>
            <a:rPr lang="en-US"/>
            <a:t> </a:t>
          </a:r>
          <a:r>
            <a:rPr lang="pl-PL"/>
            <a:t>i</a:t>
          </a:r>
          <a:r>
            <a:rPr lang="en-US"/>
            <a:t> </a:t>
          </a:r>
          <a:r>
            <a:rPr lang="en-US" i="1"/>
            <a:t>Deques</a:t>
          </a:r>
          <a:endParaRPr lang="en-US"/>
        </a:p>
      </dgm:t>
    </dgm:pt>
    <dgm:pt modelId="{676F6E4D-7080-4D14-BC12-5E12E0BEDF1B}" type="parTrans" cxnId="{E11F1C6C-1C02-4276-8E81-E1A57AB77CA7}">
      <dgm:prSet/>
      <dgm:spPr/>
      <dgm:t>
        <a:bodyPr/>
        <a:lstStyle/>
        <a:p>
          <a:endParaRPr lang="en-US"/>
        </a:p>
      </dgm:t>
    </dgm:pt>
    <dgm:pt modelId="{0FE418DA-3DD8-4A77-B58A-37C84C5567BF}" type="sibTrans" cxnId="{E11F1C6C-1C02-4276-8E81-E1A57AB77CA7}">
      <dgm:prSet/>
      <dgm:spPr/>
      <dgm:t>
        <a:bodyPr/>
        <a:lstStyle/>
        <a:p>
          <a:endParaRPr lang="en-US"/>
        </a:p>
      </dgm:t>
    </dgm:pt>
    <dgm:pt modelId="{CDD4BC08-569E-41A8-9131-7B660ECCEA90}" type="pres">
      <dgm:prSet presAssocID="{F5535CDB-E500-470E-8118-7EA0D9BA7D40}" presName="Name0" presStyleCnt="0">
        <dgm:presLayoutVars>
          <dgm:dir/>
          <dgm:animLvl val="lvl"/>
          <dgm:resizeHandles val="exact"/>
        </dgm:presLayoutVars>
      </dgm:prSet>
      <dgm:spPr/>
    </dgm:pt>
    <dgm:pt modelId="{6A1BAC8A-11D7-4B04-BF4D-64B8E7735B42}" type="pres">
      <dgm:prSet presAssocID="{7E7C8D00-F0FA-4294-82B4-15BB15347A26}" presName="boxAndChildren" presStyleCnt="0"/>
      <dgm:spPr/>
    </dgm:pt>
    <dgm:pt modelId="{291CCAAB-95D2-4B20-ABC0-3BC76471CFBC}" type="pres">
      <dgm:prSet presAssocID="{7E7C8D00-F0FA-4294-82B4-15BB15347A26}" presName="parentTextBox" presStyleLbl="node1" presStyleIdx="0" presStyleCnt="3"/>
      <dgm:spPr/>
    </dgm:pt>
    <dgm:pt modelId="{4B780BCF-F02E-480F-901E-3D323B6BE0F5}" type="pres">
      <dgm:prSet presAssocID="{7E7C8D00-F0FA-4294-82B4-15BB15347A26}" presName="entireBox" presStyleLbl="node1" presStyleIdx="0" presStyleCnt="3"/>
      <dgm:spPr/>
    </dgm:pt>
    <dgm:pt modelId="{8E6A53A9-AD66-482B-82C8-28B4EB507F89}" type="pres">
      <dgm:prSet presAssocID="{7E7C8D00-F0FA-4294-82B4-15BB15347A26}" presName="descendantBox" presStyleCnt="0"/>
      <dgm:spPr/>
    </dgm:pt>
    <dgm:pt modelId="{9C6180BA-CFBD-4894-B374-96661AD433F4}" type="pres">
      <dgm:prSet presAssocID="{5043D51F-1880-4F95-8133-51E67C6E4F82}" presName="childTextBox" presStyleLbl="fgAccFollowNode1" presStyleIdx="0" presStyleCnt="4">
        <dgm:presLayoutVars>
          <dgm:bulletEnabled val="1"/>
        </dgm:presLayoutVars>
      </dgm:prSet>
      <dgm:spPr/>
    </dgm:pt>
    <dgm:pt modelId="{316D5923-D279-459D-BAC5-32854418C4F4}" type="pres">
      <dgm:prSet presAssocID="{01F863A8-361A-4846-877D-51AEC0E3B7B6}" presName="sp" presStyleCnt="0"/>
      <dgm:spPr/>
    </dgm:pt>
    <dgm:pt modelId="{BDC7B019-98F7-470D-9403-B270D17E7869}" type="pres">
      <dgm:prSet presAssocID="{53066F5C-2E4D-4535-BF1D-61D0EDDE14C4}" presName="arrowAndChildren" presStyleCnt="0"/>
      <dgm:spPr/>
    </dgm:pt>
    <dgm:pt modelId="{806057D4-5601-40FF-8C2A-5890CE1C4BA2}" type="pres">
      <dgm:prSet presAssocID="{53066F5C-2E4D-4535-BF1D-61D0EDDE14C4}" presName="parentTextArrow" presStyleLbl="node1" presStyleIdx="0" presStyleCnt="3"/>
      <dgm:spPr/>
    </dgm:pt>
    <dgm:pt modelId="{69634748-A658-4A80-BBE2-12FFD5A31DE2}" type="pres">
      <dgm:prSet presAssocID="{53066F5C-2E4D-4535-BF1D-61D0EDDE14C4}" presName="arrow" presStyleLbl="node1" presStyleIdx="1" presStyleCnt="3"/>
      <dgm:spPr/>
    </dgm:pt>
    <dgm:pt modelId="{ED5862FA-BEE5-4621-8492-F2D21260CC27}" type="pres">
      <dgm:prSet presAssocID="{53066F5C-2E4D-4535-BF1D-61D0EDDE14C4}" presName="descendantArrow" presStyleCnt="0"/>
      <dgm:spPr/>
    </dgm:pt>
    <dgm:pt modelId="{BD251953-9E55-4D9E-A787-4BE04195A518}" type="pres">
      <dgm:prSet presAssocID="{F74714E3-A20C-457D-8EFA-2BC67B28EE93}" presName="childTextArrow" presStyleLbl="fgAccFollowNode1" presStyleIdx="1" presStyleCnt="4">
        <dgm:presLayoutVars>
          <dgm:bulletEnabled val="1"/>
        </dgm:presLayoutVars>
      </dgm:prSet>
      <dgm:spPr/>
    </dgm:pt>
    <dgm:pt modelId="{A5CF7B97-13EE-403E-B102-0ED8F47567A1}" type="pres">
      <dgm:prSet presAssocID="{7643A4E7-A8A8-4022-B558-78B688DA420B}" presName="childTextArrow" presStyleLbl="fgAccFollowNode1" presStyleIdx="2" presStyleCnt="4">
        <dgm:presLayoutVars>
          <dgm:bulletEnabled val="1"/>
        </dgm:presLayoutVars>
      </dgm:prSet>
      <dgm:spPr/>
    </dgm:pt>
    <dgm:pt modelId="{11A81CB2-D535-4740-B2C2-280B7C0D24A3}" type="pres">
      <dgm:prSet presAssocID="{4D3AB4C0-FC90-4806-BA84-AAEA4655A69F}" presName="childTextArrow" presStyleLbl="fgAccFollowNode1" presStyleIdx="3" presStyleCnt="4">
        <dgm:presLayoutVars>
          <dgm:bulletEnabled val="1"/>
        </dgm:presLayoutVars>
      </dgm:prSet>
      <dgm:spPr/>
    </dgm:pt>
    <dgm:pt modelId="{3007A6B3-A01F-41D1-B89B-9DDE20887579}" type="pres">
      <dgm:prSet presAssocID="{DB698166-A2D5-4DCF-B89E-1F5F4BDA59E6}" presName="sp" presStyleCnt="0"/>
      <dgm:spPr/>
    </dgm:pt>
    <dgm:pt modelId="{CF9DFA3A-18D2-4BB4-BD13-09EE357216A6}" type="pres">
      <dgm:prSet presAssocID="{5686B07F-E5CA-4DC0-8D13-912C38EB7A00}" presName="arrowAndChildren" presStyleCnt="0"/>
      <dgm:spPr/>
    </dgm:pt>
    <dgm:pt modelId="{D7894C68-638B-4874-ACAB-D213A3463BD4}" type="pres">
      <dgm:prSet presAssocID="{5686B07F-E5CA-4DC0-8D13-912C38EB7A00}" presName="parentTextArrow" presStyleLbl="node1" presStyleIdx="2" presStyleCnt="3"/>
      <dgm:spPr/>
    </dgm:pt>
  </dgm:ptLst>
  <dgm:cxnLst>
    <dgm:cxn modelId="{E310EC05-9CDB-4FAD-99A5-A01F8B4CB1B8}" type="presOf" srcId="{5686B07F-E5CA-4DC0-8D13-912C38EB7A00}" destId="{D7894C68-638B-4874-ACAB-D213A3463BD4}" srcOrd="0" destOrd="0" presId="urn:microsoft.com/office/officeart/2005/8/layout/process4"/>
    <dgm:cxn modelId="{3EEB455F-725C-4267-8A36-033599C24E6B}" srcId="{53066F5C-2E4D-4535-BF1D-61D0EDDE14C4}" destId="{4D3AB4C0-FC90-4806-BA84-AAEA4655A69F}" srcOrd="2" destOrd="0" parTransId="{3F005824-2E5E-4B1F-B9A2-90E73BFFBEC0}" sibTransId="{F7405C17-25B3-491C-BB16-5DE992CCF5FE}"/>
    <dgm:cxn modelId="{E11F1C6C-1C02-4276-8E81-E1A57AB77CA7}" srcId="{7E7C8D00-F0FA-4294-82B4-15BB15347A26}" destId="{5043D51F-1880-4F95-8133-51E67C6E4F82}" srcOrd="0" destOrd="0" parTransId="{676F6E4D-7080-4D14-BC12-5E12E0BEDF1B}" sibTransId="{0FE418DA-3DD8-4A77-B58A-37C84C5567BF}"/>
    <dgm:cxn modelId="{E9516154-7EEC-40EC-893A-E667269C8559}" type="presOf" srcId="{7643A4E7-A8A8-4022-B558-78B688DA420B}" destId="{A5CF7B97-13EE-403E-B102-0ED8F47567A1}" srcOrd="0" destOrd="0" presId="urn:microsoft.com/office/officeart/2005/8/layout/process4"/>
    <dgm:cxn modelId="{DA679056-212F-4281-A5CB-EF88B63089EC}" type="presOf" srcId="{53066F5C-2E4D-4535-BF1D-61D0EDDE14C4}" destId="{69634748-A658-4A80-BBE2-12FFD5A31DE2}" srcOrd="1" destOrd="0" presId="urn:microsoft.com/office/officeart/2005/8/layout/process4"/>
    <dgm:cxn modelId="{B386C591-3F5D-4BB5-BFFB-93088CCDDB3F}" srcId="{F5535CDB-E500-470E-8118-7EA0D9BA7D40}" destId="{53066F5C-2E4D-4535-BF1D-61D0EDDE14C4}" srcOrd="1" destOrd="0" parTransId="{5AAF085E-26B2-4C05-BBF0-5AE50C988B91}" sibTransId="{01F863A8-361A-4846-877D-51AEC0E3B7B6}"/>
    <dgm:cxn modelId="{A205209E-0735-4629-B7FE-23EE1338D82F}" type="presOf" srcId="{4D3AB4C0-FC90-4806-BA84-AAEA4655A69F}" destId="{11A81CB2-D535-4740-B2C2-280B7C0D24A3}" srcOrd="0" destOrd="0" presId="urn:microsoft.com/office/officeart/2005/8/layout/process4"/>
    <dgm:cxn modelId="{B7756C9E-4528-4356-8F36-C43ACED7A18D}" type="presOf" srcId="{7E7C8D00-F0FA-4294-82B4-15BB15347A26}" destId="{291CCAAB-95D2-4B20-ABC0-3BC76471CFBC}" srcOrd="0" destOrd="0" presId="urn:microsoft.com/office/officeart/2005/8/layout/process4"/>
    <dgm:cxn modelId="{842ACBA7-EE2D-4A45-AE90-1FB834C5548B}" srcId="{53066F5C-2E4D-4535-BF1D-61D0EDDE14C4}" destId="{7643A4E7-A8A8-4022-B558-78B688DA420B}" srcOrd="1" destOrd="0" parTransId="{EBAC97FC-47C3-4953-AD0A-C61E36284829}" sibTransId="{4EE3DDB3-ABFA-4C53-BD07-987B82ECA04B}"/>
    <dgm:cxn modelId="{A65AD3B3-3EE8-4C41-86E3-90B4BAE9B007}" srcId="{53066F5C-2E4D-4535-BF1D-61D0EDDE14C4}" destId="{F74714E3-A20C-457D-8EFA-2BC67B28EE93}" srcOrd="0" destOrd="0" parTransId="{ECFCB9B4-5EDC-4AFB-997A-62EC46EE47A5}" sibTransId="{F8D15F8E-DA04-4814-A92C-77C2144EB541}"/>
    <dgm:cxn modelId="{99F1D7B3-AAC5-4FDA-8959-38683A8F8046}" type="presOf" srcId="{F5535CDB-E500-470E-8118-7EA0D9BA7D40}" destId="{CDD4BC08-569E-41A8-9131-7B660ECCEA90}" srcOrd="0" destOrd="0" presId="urn:microsoft.com/office/officeart/2005/8/layout/process4"/>
    <dgm:cxn modelId="{AD4FA2C0-C15D-4449-8398-9DF376554C94}" type="presOf" srcId="{F74714E3-A20C-457D-8EFA-2BC67B28EE93}" destId="{BD251953-9E55-4D9E-A787-4BE04195A518}" srcOrd="0" destOrd="0" presId="urn:microsoft.com/office/officeart/2005/8/layout/process4"/>
    <dgm:cxn modelId="{334BE3C2-C262-4864-A617-0102CBE3EA18}" srcId="{F5535CDB-E500-470E-8118-7EA0D9BA7D40}" destId="{7E7C8D00-F0FA-4294-82B4-15BB15347A26}" srcOrd="2" destOrd="0" parTransId="{BE0401F1-F2F0-44D3-805C-ACB6036D5E55}" sibTransId="{88CB71B7-34EA-46D4-9B64-3ED1F788E7E5}"/>
    <dgm:cxn modelId="{F669E1C5-1365-4B3F-8E61-0C1C60EAF154}" srcId="{F5535CDB-E500-470E-8118-7EA0D9BA7D40}" destId="{5686B07F-E5CA-4DC0-8D13-912C38EB7A00}" srcOrd="0" destOrd="0" parTransId="{8B51B74E-CD76-4520-96DB-6AE518133658}" sibTransId="{DB698166-A2D5-4DCF-B89E-1F5F4BDA59E6}"/>
    <dgm:cxn modelId="{1C33B4C8-7FD4-41CA-B27C-F32516B4B3AC}" type="presOf" srcId="{53066F5C-2E4D-4535-BF1D-61D0EDDE14C4}" destId="{806057D4-5601-40FF-8C2A-5890CE1C4BA2}" srcOrd="0" destOrd="0" presId="urn:microsoft.com/office/officeart/2005/8/layout/process4"/>
    <dgm:cxn modelId="{7594EEF1-369B-4C6A-AA70-B3CF1AE8B3A6}" type="presOf" srcId="{5043D51F-1880-4F95-8133-51E67C6E4F82}" destId="{9C6180BA-CFBD-4894-B374-96661AD433F4}" srcOrd="0" destOrd="0" presId="urn:microsoft.com/office/officeart/2005/8/layout/process4"/>
    <dgm:cxn modelId="{185C4AF2-E035-42E5-8A86-AA7DE09902F1}" type="presOf" srcId="{7E7C8D00-F0FA-4294-82B4-15BB15347A26}" destId="{4B780BCF-F02E-480F-901E-3D323B6BE0F5}" srcOrd="1" destOrd="0" presId="urn:microsoft.com/office/officeart/2005/8/layout/process4"/>
    <dgm:cxn modelId="{5280AA45-E8C2-4607-A351-974A1ACBFA4A}" type="presParOf" srcId="{CDD4BC08-569E-41A8-9131-7B660ECCEA90}" destId="{6A1BAC8A-11D7-4B04-BF4D-64B8E7735B42}" srcOrd="0" destOrd="0" presId="urn:microsoft.com/office/officeart/2005/8/layout/process4"/>
    <dgm:cxn modelId="{3ED87399-F2C4-46C7-B696-D5544C8C5484}" type="presParOf" srcId="{6A1BAC8A-11D7-4B04-BF4D-64B8E7735B42}" destId="{291CCAAB-95D2-4B20-ABC0-3BC76471CFBC}" srcOrd="0" destOrd="0" presId="urn:microsoft.com/office/officeart/2005/8/layout/process4"/>
    <dgm:cxn modelId="{F214AFE8-69DB-4194-976B-DDFB4BAE7D42}" type="presParOf" srcId="{6A1BAC8A-11D7-4B04-BF4D-64B8E7735B42}" destId="{4B780BCF-F02E-480F-901E-3D323B6BE0F5}" srcOrd="1" destOrd="0" presId="urn:microsoft.com/office/officeart/2005/8/layout/process4"/>
    <dgm:cxn modelId="{A371BC74-9E52-490F-B84A-DA860E960E7A}" type="presParOf" srcId="{6A1BAC8A-11D7-4B04-BF4D-64B8E7735B42}" destId="{8E6A53A9-AD66-482B-82C8-28B4EB507F89}" srcOrd="2" destOrd="0" presId="urn:microsoft.com/office/officeart/2005/8/layout/process4"/>
    <dgm:cxn modelId="{243FAE81-D33C-433B-9A1E-32C2FB34AA14}" type="presParOf" srcId="{8E6A53A9-AD66-482B-82C8-28B4EB507F89}" destId="{9C6180BA-CFBD-4894-B374-96661AD433F4}" srcOrd="0" destOrd="0" presId="urn:microsoft.com/office/officeart/2005/8/layout/process4"/>
    <dgm:cxn modelId="{3F7B7BEC-B45D-4937-8593-29BB3F44F875}" type="presParOf" srcId="{CDD4BC08-569E-41A8-9131-7B660ECCEA90}" destId="{316D5923-D279-459D-BAC5-32854418C4F4}" srcOrd="1" destOrd="0" presId="urn:microsoft.com/office/officeart/2005/8/layout/process4"/>
    <dgm:cxn modelId="{05653CB6-7236-4DF8-8A9E-DBD0AF2C2841}" type="presParOf" srcId="{CDD4BC08-569E-41A8-9131-7B660ECCEA90}" destId="{BDC7B019-98F7-470D-9403-B270D17E7869}" srcOrd="2" destOrd="0" presId="urn:microsoft.com/office/officeart/2005/8/layout/process4"/>
    <dgm:cxn modelId="{6D872D60-C516-4CED-BAE1-4E31EDBCDE2F}" type="presParOf" srcId="{BDC7B019-98F7-470D-9403-B270D17E7869}" destId="{806057D4-5601-40FF-8C2A-5890CE1C4BA2}" srcOrd="0" destOrd="0" presId="urn:microsoft.com/office/officeart/2005/8/layout/process4"/>
    <dgm:cxn modelId="{9666E3EB-8036-4791-B4DC-75A38992E13C}" type="presParOf" srcId="{BDC7B019-98F7-470D-9403-B270D17E7869}" destId="{69634748-A658-4A80-BBE2-12FFD5A31DE2}" srcOrd="1" destOrd="0" presId="urn:microsoft.com/office/officeart/2005/8/layout/process4"/>
    <dgm:cxn modelId="{051DE7EF-06AF-476B-A761-108987EF9566}" type="presParOf" srcId="{BDC7B019-98F7-470D-9403-B270D17E7869}" destId="{ED5862FA-BEE5-4621-8492-F2D21260CC27}" srcOrd="2" destOrd="0" presId="urn:microsoft.com/office/officeart/2005/8/layout/process4"/>
    <dgm:cxn modelId="{E8C29DEE-DE71-4C57-A805-B5DEFED453B3}" type="presParOf" srcId="{ED5862FA-BEE5-4621-8492-F2D21260CC27}" destId="{BD251953-9E55-4D9E-A787-4BE04195A518}" srcOrd="0" destOrd="0" presId="urn:microsoft.com/office/officeart/2005/8/layout/process4"/>
    <dgm:cxn modelId="{3FFEC5F3-C89C-4009-90B7-648BF7766F68}" type="presParOf" srcId="{ED5862FA-BEE5-4621-8492-F2D21260CC27}" destId="{A5CF7B97-13EE-403E-B102-0ED8F47567A1}" srcOrd="1" destOrd="0" presId="urn:microsoft.com/office/officeart/2005/8/layout/process4"/>
    <dgm:cxn modelId="{121A9766-48C0-4409-8AA2-045BE394DDFB}" type="presParOf" srcId="{ED5862FA-BEE5-4621-8492-F2D21260CC27}" destId="{11A81CB2-D535-4740-B2C2-280B7C0D24A3}" srcOrd="2" destOrd="0" presId="urn:microsoft.com/office/officeart/2005/8/layout/process4"/>
    <dgm:cxn modelId="{0A4A6207-8E7A-4B64-B1DB-981A574B11A3}" type="presParOf" srcId="{CDD4BC08-569E-41A8-9131-7B660ECCEA90}" destId="{3007A6B3-A01F-41D1-B89B-9DDE20887579}" srcOrd="3" destOrd="0" presId="urn:microsoft.com/office/officeart/2005/8/layout/process4"/>
    <dgm:cxn modelId="{9CBFB824-15C1-4DF5-B327-790FF88B9CFC}" type="presParOf" srcId="{CDD4BC08-569E-41A8-9131-7B660ECCEA90}" destId="{CF9DFA3A-18D2-4BB4-BD13-09EE357216A6}" srcOrd="4" destOrd="0" presId="urn:microsoft.com/office/officeart/2005/8/layout/process4"/>
    <dgm:cxn modelId="{1C8A8D78-B070-414F-B8D1-1917A1749E25}" type="presParOf" srcId="{CF9DFA3A-18D2-4BB4-BD13-09EE357216A6}" destId="{D7894C68-638B-4874-ACAB-D213A3463BD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1280B8-FC76-40C7-800F-51F4DE7FA1B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AD26F26-8AC2-4FD7-9564-CDD630B46FE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l-PL"/>
            <a:t>Blocking Queue</a:t>
          </a:r>
          <a:endParaRPr lang="en-US"/>
        </a:p>
      </dgm:t>
    </dgm:pt>
    <dgm:pt modelId="{7CCE10BF-B4EB-4E58-9051-C852F138B014}" type="parTrans" cxnId="{C49B6EA8-AA4C-4D1B-9491-B0E4FCE40A9E}">
      <dgm:prSet/>
      <dgm:spPr/>
      <dgm:t>
        <a:bodyPr/>
        <a:lstStyle/>
        <a:p>
          <a:endParaRPr lang="en-US"/>
        </a:p>
      </dgm:t>
    </dgm:pt>
    <dgm:pt modelId="{9975418F-B4AD-4055-B6A6-1102089DB5DB}" type="sibTrans" cxnId="{C49B6EA8-AA4C-4D1B-9491-B0E4FCE40A9E}">
      <dgm:prSet/>
      <dgm:spPr/>
      <dgm:t>
        <a:bodyPr/>
        <a:lstStyle/>
        <a:p>
          <a:endParaRPr lang="en-US"/>
        </a:p>
      </dgm:t>
    </dgm:pt>
    <dgm:pt modelId="{A7B7CB32-E2F7-4EFD-AA91-C83C38894418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dirty="0"/>
            <a:t>Ten interfejs wspiera dodatkowe operacje, które wymuszają na wątku żeby poczekał w zależności od bieżącego stanu kolejki. Może zaczekać na kolejkę aż będzie niepusta (przy pobieraniu elementów) lub aż będzie pusta (w przypadku dodawania elementu).</a:t>
          </a:r>
        </a:p>
        <a:p>
          <a:pPr>
            <a:lnSpc>
              <a:spcPct val="100000"/>
            </a:lnSpc>
          </a:pPr>
          <a:r>
            <a:rPr lang="pl-PL" b="1" dirty="0"/>
            <a:t>Implementacje: </a:t>
          </a:r>
          <a:r>
            <a:rPr lang="en-US" i="1" dirty="0" err="1"/>
            <a:t>LinkedBlockingQueue</a:t>
          </a:r>
          <a:endParaRPr lang="pl-PL" i="1" dirty="0"/>
        </a:p>
        <a:p>
          <a:pPr>
            <a:lnSpc>
              <a:spcPct val="100000"/>
            </a:lnSpc>
          </a:pPr>
          <a:r>
            <a:rPr lang="en-US" i="1" dirty="0"/>
            <a:t>SynchronousQueue</a:t>
          </a:r>
          <a:endParaRPr lang="pl-PL" i="1" dirty="0"/>
        </a:p>
        <a:p>
          <a:pPr>
            <a:lnSpc>
              <a:spcPct val="100000"/>
            </a:lnSpc>
          </a:pPr>
          <a:r>
            <a:rPr lang="en-US" i="1" dirty="0" err="1"/>
            <a:t>ArrayBlockingQueue</a:t>
          </a:r>
          <a:endParaRPr lang="en-US" dirty="0"/>
        </a:p>
      </dgm:t>
    </dgm:pt>
    <dgm:pt modelId="{07731F2E-49B3-4C61-825B-0CFB11C0205C}" type="parTrans" cxnId="{8CEECAAA-F046-41D0-9A97-28D236995EC2}">
      <dgm:prSet/>
      <dgm:spPr/>
      <dgm:t>
        <a:bodyPr/>
        <a:lstStyle/>
        <a:p>
          <a:endParaRPr lang="en-US"/>
        </a:p>
      </dgm:t>
    </dgm:pt>
    <dgm:pt modelId="{30B3FFA8-4659-4B7B-8AFF-2EBBE735519B}" type="sibTrans" cxnId="{8CEECAAA-F046-41D0-9A97-28D236995EC2}">
      <dgm:prSet/>
      <dgm:spPr/>
      <dgm:t>
        <a:bodyPr/>
        <a:lstStyle/>
        <a:p>
          <a:endParaRPr lang="en-US"/>
        </a:p>
      </dgm:t>
    </dgm:pt>
    <dgm:pt modelId="{53639937-34EC-4D03-8F0E-342EB2DCA7A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l-PL"/>
            <a:t>Transfer Queue</a:t>
          </a:r>
          <a:endParaRPr lang="en-US"/>
        </a:p>
      </dgm:t>
    </dgm:pt>
    <dgm:pt modelId="{F0D7BABD-6C36-4AC4-8CC4-E306909B259D}" type="parTrans" cxnId="{27A47DB9-75E7-4331-ADDA-595CE4341DAD}">
      <dgm:prSet/>
      <dgm:spPr/>
      <dgm:t>
        <a:bodyPr/>
        <a:lstStyle/>
        <a:p>
          <a:endParaRPr lang="en-US"/>
        </a:p>
      </dgm:t>
    </dgm:pt>
    <dgm:pt modelId="{B434DBDB-CD00-4E48-B64C-2C8B77E21D7F}" type="sibTrans" cxnId="{27A47DB9-75E7-4331-ADDA-595CE4341DAD}">
      <dgm:prSet/>
      <dgm:spPr/>
      <dgm:t>
        <a:bodyPr/>
        <a:lstStyle/>
        <a:p>
          <a:endParaRPr lang="en-US"/>
        </a:p>
      </dgm:t>
    </dgm:pt>
    <dgm:pt modelId="{5DC2019A-A929-4CDB-9449-01BD48B7C597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Interfejs ten rozszerza </a:t>
          </a:r>
          <a:r>
            <a:rPr lang="en-US" i="1"/>
            <a:t>BlockingQueue </a:t>
          </a:r>
          <a:r>
            <a:rPr lang="pl-PL"/>
            <a:t>ale jest przeznaczony głównie do wsparcia wzorca producent-konsument</a:t>
          </a:r>
          <a:r>
            <a:rPr lang="en-US"/>
            <a:t>. </a:t>
          </a:r>
          <a:r>
            <a:rPr lang="pl-PL"/>
            <a:t>Kontroluje przepływ informacji od producenta do konsumenta</a:t>
          </a:r>
          <a:r>
            <a:rPr lang="en-US" b="1"/>
            <a:t>.</a:t>
          </a:r>
          <a:endParaRPr lang="en-US"/>
        </a:p>
      </dgm:t>
    </dgm:pt>
    <dgm:pt modelId="{8DBED18E-A3EB-4263-B456-060611854240}" type="parTrans" cxnId="{346651F9-EADF-4C4D-AC59-FBCB956ACF15}">
      <dgm:prSet/>
      <dgm:spPr/>
      <dgm:t>
        <a:bodyPr/>
        <a:lstStyle/>
        <a:p>
          <a:endParaRPr lang="en-US"/>
        </a:p>
      </dgm:t>
    </dgm:pt>
    <dgm:pt modelId="{1C59C755-2DA8-4EAC-9589-200E76DF14F1}" type="sibTrans" cxnId="{346651F9-EADF-4C4D-AC59-FBCB956ACF15}">
      <dgm:prSet/>
      <dgm:spPr/>
      <dgm:t>
        <a:bodyPr/>
        <a:lstStyle/>
        <a:p>
          <a:endParaRPr lang="en-US"/>
        </a:p>
      </dgm:t>
    </dgm:pt>
    <dgm:pt modelId="{D5922E06-A209-414E-82F6-29DE97EDAC73}">
      <dgm:prSet/>
      <dgm:spPr/>
      <dgm:t>
        <a:bodyPr/>
        <a:lstStyle/>
        <a:p>
          <a:pPr>
            <a:lnSpc>
              <a:spcPct val="100000"/>
            </a:lnSpc>
          </a:pPr>
          <a:r>
            <a:rPr lang="pl-PL" b="1" dirty="0"/>
            <a:t>Implementacja: </a:t>
          </a:r>
          <a:r>
            <a:rPr lang="pl-PL" dirty="0" err="1"/>
            <a:t>LinkedTransferQueue</a:t>
          </a:r>
          <a:endParaRPr lang="en-US" dirty="0"/>
        </a:p>
      </dgm:t>
    </dgm:pt>
    <dgm:pt modelId="{DA5353DB-B3AA-4C02-8151-A48076AE8C05}" type="parTrans" cxnId="{64566FE4-FBFA-43DF-AD19-E3D8F26B1E99}">
      <dgm:prSet/>
      <dgm:spPr/>
      <dgm:t>
        <a:bodyPr/>
        <a:lstStyle/>
        <a:p>
          <a:endParaRPr lang="en-US"/>
        </a:p>
      </dgm:t>
    </dgm:pt>
    <dgm:pt modelId="{C6C5DF37-D485-406B-9D3F-7C61A6578A08}" type="sibTrans" cxnId="{64566FE4-FBFA-43DF-AD19-E3D8F26B1E99}">
      <dgm:prSet/>
      <dgm:spPr/>
      <dgm:t>
        <a:bodyPr/>
        <a:lstStyle/>
        <a:p>
          <a:endParaRPr lang="en-US"/>
        </a:p>
      </dgm:t>
    </dgm:pt>
    <dgm:pt modelId="{DA56A885-4E3D-43B3-B68B-F0B838BD46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l-PL" b="1" i="1"/>
            <a:t>Deque</a:t>
          </a:r>
          <a:endParaRPr lang="en-US"/>
        </a:p>
      </dgm:t>
    </dgm:pt>
    <dgm:pt modelId="{29AAA52D-5542-4DA3-91AB-3B80DDC28FC6}" type="parTrans" cxnId="{522F7816-0B03-4730-81AA-59D6AAD7059E}">
      <dgm:prSet/>
      <dgm:spPr/>
      <dgm:t>
        <a:bodyPr/>
        <a:lstStyle/>
        <a:p>
          <a:endParaRPr lang="en-US"/>
        </a:p>
      </dgm:t>
    </dgm:pt>
    <dgm:pt modelId="{184C7242-7E6F-466E-AD90-B6E8118A4AA7}" type="sibTrans" cxnId="{522F7816-0B03-4730-81AA-59D6AAD7059E}">
      <dgm:prSet/>
      <dgm:spPr/>
      <dgm:t>
        <a:bodyPr/>
        <a:lstStyle/>
        <a:p>
          <a:endParaRPr lang="en-US"/>
        </a:p>
      </dgm:t>
    </dgm:pt>
    <dgm:pt modelId="{A0C0A362-9684-44D6-A536-7EAC9B0FA4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Deque</a:t>
          </a:r>
          <a:r>
            <a:rPr lang="en-US"/>
            <a:t> </a:t>
          </a:r>
          <a:r>
            <a:rPr lang="pl-PL"/>
            <a:t>to skrót od </a:t>
          </a:r>
          <a:r>
            <a:rPr lang="en-US" b="1"/>
            <a:t>D</a:t>
          </a:r>
          <a:r>
            <a:rPr lang="en-US"/>
            <a:t>ouble-</a:t>
          </a:r>
          <a:r>
            <a:rPr lang="en-US" b="1"/>
            <a:t>E</a:t>
          </a:r>
          <a:r>
            <a:rPr lang="en-US"/>
            <a:t>nded </a:t>
          </a:r>
          <a:r>
            <a:rPr lang="en-US" b="1" i="1"/>
            <a:t>Que</a:t>
          </a:r>
          <a:r>
            <a:rPr lang="en-US" i="1"/>
            <a:t>ue </a:t>
          </a:r>
          <a:r>
            <a:rPr lang="pl-PL"/>
            <a:t>i jest analogią do talii kart </a:t>
          </a:r>
          <a:r>
            <a:rPr lang="en-US"/>
            <a:t>– </a:t>
          </a:r>
          <a:r>
            <a:rPr lang="pl-PL"/>
            <a:t>elementy mogą być pobierane z obu stron </a:t>
          </a:r>
          <a:r>
            <a:rPr lang="en-US" i="1"/>
            <a:t>Deque</a:t>
          </a:r>
          <a:r>
            <a:rPr lang="en-US"/>
            <a:t>. </a:t>
          </a:r>
          <a:r>
            <a:rPr lang="pl-PL"/>
            <a:t>Analogicznie do </a:t>
          </a:r>
          <a:r>
            <a:rPr lang="en-US" i="1"/>
            <a:t>Queue, Deque </a:t>
          </a:r>
          <a:r>
            <a:rPr lang="pl-PL"/>
            <a:t>dostarcza</a:t>
          </a:r>
          <a:r>
            <a:rPr lang="en-US"/>
            <a:t> </a:t>
          </a:r>
          <a:r>
            <a:rPr lang="pl-PL"/>
            <a:t>metod do dodawania</a:t>
          </a:r>
          <a:r>
            <a:rPr lang="en-US"/>
            <a:t>, </a:t>
          </a:r>
          <a:r>
            <a:rPr lang="pl-PL"/>
            <a:t>pobierania i inspekcji elementów z przodu i z tyłu kolejki.</a:t>
          </a:r>
        </a:p>
        <a:p>
          <a:pPr>
            <a:lnSpc>
              <a:spcPct val="100000"/>
            </a:lnSpc>
          </a:pPr>
          <a:r>
            <a:rPr lang="pl-PL" b="1"/>
            <a:t>Implementacja: </a:t>
          </a:r>
          <a:r>
            <a:rPr lang="pl-PL" b="0"/>
            <a:t>ArrayDeque</a:t>
          </a:r>
          <a:endParaRPr lang="en-US" b="1" dirty="0"/>
        </a:p>
      </dgm:t>
    </dgm:pt>
    <dgm:pt modelId="{F4050CB0-2807-4298-AEC3-21EF0DD00FAE}" type="parTrans" cxnId="{B4D34B43-D7BF-40BD-9CB9-D3E02091AA85}">
      <dgm:prSet/>
      <dgm:spPr/>
      <dgm:t>
        <a:bodyPr/>
        <a:lstStyle/>
        <a:p>
          <a:endParaRPr lang="en-US"/>
        </a:p>
      </dgm:t>
    </dgm:pt>
    <dgm:pt modelId="{06B3B17B-EBC4-406D-8BC7-0E8FEE58727A}" type="sibTrans" cxnId="{B4D34B43-D7BF-40BD-9CB9-D3E02091AA85}">
      <dgm:prSet/>
      <dgm:spPr/>
      <dgm:t>
        <a:bodyPr/>
        <a:lstStyle/>
        <a:p>
          <a:endParaRPr lang="en-US"/>
        </a:p>
      </dgm:t>
    </dgm:pt>
    <dgm:pt modelId="{8B6821FE-09A3-4341-86BC-97F5D77831E1}" type="pres">
      <dgm:prSet presAssocID="{C61280B8-FC76-40C7-800F-51F4DE7FA1B7}" presName="root" presStyleCnt="0">
        <dgm:presLayoutVars>
          <dgm:dir/>
          <dgm:resizeHandles val="exact"/>
        </dgm:presLayoutVars>
      </dgm:prSet>
      <dgm:spPr/>
    </dgm:pt>
    <dgm:pt modelId="{2091F8A2-83A9-4599-8980-A833B99096C2}" type="pres">
      <dgm:prSet presAssocID="{BAD26F26-8AC2-4FD7-9564-CDD630B46FE9}" presName="compNode" presStyleCnt="0"/>
      <dgm:spPr/>
    </dgm:pt>
    <dgm:pt modelId="{5F4AC727-2CC5-440A-8DCB-8CC9B00CF190}" type="pres">
      <dgm:prSet presAssocID="{BAD26F26-8AC2-4FD7-9564-CDD630B46F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DB300FF3-197F-4E1E-A732-2173C5A8105D}" type="pres">
      <dgm:prSet presAssocID="{BAD26F26-8AC2-4FD7-9564-CDD630B46FE9}" presName="iconSpace" presStyleCnt="0"/>
      <dgm:spPr/>
    </dgm:pt>
    <dgm:pt modelId="{666CBFC5-5ADE-4A93-8965-256C0247217B}" type="pres">
      <dgm:prSet presAssocID="{BAD26F26-8AC2-4FD7-9564-CDD630B46FE9}" presName="parTx" presStyleLbl="revTx" presStyleIdx="0" presStyleCnt="6">
        <dgm:presLayoutVars>
          <dgm:chMax val="0"/>
          <dgm:chPref val="0"/>
        </dgm:presLayoutVars>
      </dgm:prSet>
      <dgm:spPr/>
    </dgm:pt>
    <dgm:pt modelId="{BBFE7354-CB54-40E7-95CD-2232C7AD3BD7}" type="pres">
      <dgm:prSet presAssocID="{BAD26F26-8AC2-4FD7-9564-CDD630B46FE9}" presName="txSpace" presStyleCnt="0"/>
      <dgm:spPr/>
    </dgm:pt>
    <dgm:pt modelId="{F80D1399-2EFD-42DB-B1A4-D44680F275E9}" type="pres">
      <dgm:prSet presAssocID="{BAD26F26-8AC2-4FD7-9564-CDD630B46FE9}" presName="desTx" presStyleLbl="revTx" presStyleIdx="1" presStyleCnt="6">
        <dgm:presLayoutVars/>
      </dgm:prSet>
      <dgm:spPr/>
    </dgm:pt>
    <dgm:pt modelId="{36A6F9A5-7B2D-46DA-9A7F-038D7886FAAC}" type="pres">
      <dgm:prSet presAssocID="{9975418F-B4AD-4055-B6A6-1102089DB5DB}" presName="sibTrans" presStyleCnt="0"/>
      <dgm:spPr/>
    </dgm:pt>
    <dgm:pt modelId="{F0B3E2BF-82DC-416C-9103-7EDA5FBD4876}" type="pres">
      <dgm:prSet presAssocID="{53639937-34EC-4D03-8F0E-342EB2DCA7A3}" presName="compNode" presStyleCnt="0"/>
      <dgm:spPr/>
    </dgm:pt>
    <dgm:pt modelId="{29357B4F-D613-4FCA-9873-6E9291886B13}" type="pres">
      <dgm:prSet presAssocID="{53639937-34EC-4D03-8F0E-342EB2DCA7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979D211C-9EBC-40B9-9225-61B16BD963F5}" type="pres">
      <dgm:prSet presAssocID="{53639937-34EC-4D03-8F0E-342EB2DCA7A3}" presName="iconSpace" presStyleCnt="0"/>
      <dgm:spPr/>
    </dgm:pt>
    <dgm:pt modelId="{6FED9A78-46E8-4F6A-A16F-697C1F279827}" type="pres">
      <dgm:prSet presAssocID="{53639937-34EC-4D03-8F0E-342EB2DCA7A3}" presName="parTx" presStyleLbl="revTx" presStyleIdx="2" presStyleCnt="6">
        <dgm:presLayoutVars>
          <dgm:chMax val="0"/>
          <dgm:chPref val="0"/>
        </dgm:presLayoutVars>
      </dgm:prSet>
      <dgm:spPr/>
    </dgm:pt>
    <dgm:pt modelId="{D7F88BDF-0EE7-4143-99D3-8D19EBED4075}" type="pres">
      <dgm:prSet presAssocID="{53639937-34EC-4D03-8F0E-342EB2DCA7A3}" presName="txSpace" presStyleCnt="0"/>
      <dgm:spPr/>
    </dgm:pt>
    <dgm:pt modelId="{2FC0F4AB-559A-4BB9-BAC5-4004C7665693}" type="pres">
      <dgm:prSet presAssocID="{53639937-34EC-4D03-8F0E-342EB2DCA7A3}" presName="desTx" presStyleLbl="revTx" presStyleIdx="3" presStyleCnt="6">
        <dgm:presLayoutVars/>
      </dgm:prSet>
      <dgm:spPr/>
    </dgm:pt>
    <dgm:pt modelId="{1D72CB9E-A364-4AA1-A68A-F96510C4CBB6}" type="pres">
      <dgm:prSet presAssocID="{B434DBDB-CD00-4E48-B64C-2C8B77E21D7F}" presName="sibTrans" presStyleCnt="0"/>
      <dgm:spPr/>
    </dgm:pt>
    <dgm:pt modelId="{C2C6CE0B-AA10-4C2D-8A98-32D1B320B194}" type="pres">
      <dgm:prSet presAssocID="{DA56A885-4E3D-43B3-B68B-F0B838BD465B}" presName="compNode" presStyleCnt="0"/>
      <dgm:spPr/>
    </dgm:pt>
    <dgm:pt modelId="{47677277-7B7D-4E68-9A9A-D426A6704F7F}" type="pres">
      <dgm:prSet presAssocID="{DA56A885-4E3D-43B3-B68B-F0B838BD46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D03DC0-553F-487B-A0C4-6A4D9A1264D6}" type="pres">
      <dgm:prSet presAssocID="{DA56A885-4E3D-43B3-B68B-F0B838BD465B}" presName="iconSpace" presStyleCnt="0"/>
      <dgm:spPr/>
    </dgm:pt>
    <dgm:pt modelId="{6633749A-6A28-414A-9202-03873A6269C1}" type="pres">
      <dgm:prSet presAssocID="{DA56A885-4E3D-43B3-B68B-F0B838BD465B}" presName="parTx" presStyleLbl="revTx" presStyleIdx="4" presStyleCnt="6">
        <dgm:presLayoutVars>
          <dgm:chMax val="0"/>
          <dgm:chPref val="0"/>
        </dgm:presLayoutVars>
      </dgm:prSet>
      <dgm:spPr/>
    </dgm:pt>
    <dgm:pt modelId="{775A635D-1307-489C-8E4C-45F459AAB709}" type="pres">
      <dgm:prSet presAssocID="{DA56A885-4E3D-43B3-B68B-F0B838BD465B}" presName="txSpace" presStyleCnt="0"/>
      <dgm:spPr/>
    </dgm:pt>
    <dgm:pt modelId="{C23D5668-9EF1-43A1-85BD-573AFDC8C4D1}" type="pres">
      <dgm:prSet presAssocID="{DA56A885-4E3D-43B3-B68B-F0B838BD465B}" presName="desTx" presStyleLbl="revTx" presStyleIdx="5" presStyleCnt="6">
        <dgm:presLayoutVars/>
      </dgm:prSet>
      <dgm:spPr/>
    </dgm:pt>
  </dgm:ptLst>
  <dgm:cxnLst>
    <dgm:cxn modelId="{8501F10A-D61E-4AAC-9742-1A92E6321F39}" type="presOf" srcId="{C61280B8-FC76-40C7-800F-51F4DE7FA1B7}" destId="{8B6821FE-09A3-4341-86BC-97F5D77831E1}" srcOrd="0" destOrd="0" presId="urn:microsoft.com/office/officeart/2018/5/layout/CenteredIconLabelDescriptionList"/>
    <dgm:cxn modelId="{3D529C0B-0D5E-485B-B112-4A3AADCC26EB}" type="presOf" srcId="{BAD26F26-8AC2-4FD7-9564-CDD630B46FE9}" destId="{666CBFC5-5ADE-4A93-8965-256C0247217B}" srcOrd="0" destOrd="0" presId="urn:microsoft.com/office/officeart/2018/5/layout/CenteredIconLabelDescriptionList"/>
    <dgm:cxn modelId="{522F7816-0B03-4730-81AA-59D6AAD7059E}" srcId="{C61280B8-FC76-40C7-800F-51F4DE7FA1B7}" destId="{DA56A885-4E3D-43B3-B68B-F0B838BD465B}" srcOrd="2" destOrd="0" parTransId="{29AAA52D-5542-4DA3-91AB-3B80DDC28FC6}" sibTransId="{184C7242-7E6F-466E-AD90-B6E8118A4AA7}"/>
    <dgm:cxn modelId="{AA2BCC1F-3B28-44EB-A4B3-DAC9F633BD08}" type="presOf" srcId="{DA56A885-4E3D-43B3-B68B-F0B838BD465B}" destId="{6633749A-6A28-414A-9202-03873A6269C1}" srcOrd="0" destOrd="0" presId="urn:microsoft.com/office/officeart/2018/5/layout/CenteredIconLabelDescriptionList"/>
    <dgm:cxn modelId="{2DB7CC2D-6AB2-4F9C-BC84-862E1E824FFE}" type="presOf" srcId="{53639937-34EC-4D03-8F0E-342EB2DCA7A3}" destId="{6FED9A78-46E8-4F6A-A16F-697C1F279827}" srcOrd="0" destOrd="0" presId="urn:microsoft.com/office/officeart/2018/5/layout/CenteredIconLabelDescriptionList"/>
    <dgm:cxn modelId="{B4D34B43-D7BF-40BD-9CB9-D3E02091AA85}" srcId="{DA56A885-4E3D-43B3-B68B-F0B838BD465B}" destId="{A0C0A362-9684-44D6-A536-7EAC9B0FA465}" srcOrd="0" destOrd="0" parTransId="{F4050CB0-2807-4298-AEC3-21EF0DD00FAE}" sibTransId="{06B3B17B-EBC4-406D-8BC7-0E8FEE58727A}"/>
    <dgm:cxn modelId="{1DA00C65-3313-4243-AD06-05D9158DF2BF}" type="presOf" srcId="{5DC2019A-A929-4CDB-9449-01BD48B7C597}" destId="{2FC0F4AB-559A-4BB9-BAC5-4004C7665693}" srcOrd="0" destOrd="0" presId="urn:microsoft.com/office/officeart/2018/5/layout/CenteredIconLabelDescriptionList"/>
    <dgm:cxn modelId="{81C3CC53-337C-457F-9A83-E1D73BE475E6}" type="presOf" srcId="{A0C0A362-9684-44D6-A536-7EAC9B0FA465}" destId="{C23D5668-9EF1-43A1-85BD-573AFDC8C4D1}" srcOrd="0" destOrd="0" presId="urn:microsoft.com/office/officeart/2018/5/layout/CenteredIconLabelDescriptionList"/>
    <dgm:cxn modelId="{C49B6EA8-AA4C-4D1B-9491-B0E4FCE40A9E}" srcId="{C61280B8-FC76-40C7-800F-51F4DE7FA1B7}" destId="{BAD26F26-8AC2-4FD7-9564-CDD630B46FE9}" srcOrd="0" destOrd="0" parTransId="{7CCE10BF-B4EB-4E58-9051-C852F138B014}" sibTransId="{9975418F-B4AD-4055-B6A6-1102089DB5DB}"/>
    <dgm:cxn modelId="{8CEECAAA-F046-41D0-9A97-28D236995EC2}" srcId="{BAD26F26-8AC2-4FD7-9564-CDD630B46FE9}" destId="{A7B7CB32-E2F7-4EFD-AA91-C83C38894418}" srcOrd="0" destOrd="0" parTransId="{07731F2E-49B3-4C61-825B-0CFB11C0205C}" sibTransId="{30B3FFA8-4659-4B7B-8AFF-2EBBE735519B}"/>
    <dgm:cxn modelId="{27A47DB9-75E7-4331-ADDA-595CE4341DAD}" srcId="{C61280B8-FC76-40C7-800F-51F4DE7FA1B7}" destId="{53639937-34EC-4D03-8F0E-342EB2DCA7A3}" srcOrd="1" destOrd="0" parTransId="{F0D7BABD-6C36-4AC4-8CC4-E306909B259D}" sibTransId="{B434DBDB-CD00-4E48-B64C-2C8B77E21D7F}"/>
    <dgm:cxn modelId="{8F9CA3CF-BC20-4647-B3AF-7F4E1B862750}" type="presOf" srcId="{A7B7CB32-E2F7-4EFD-AA91-C83C38894418}" destId="{F80D1399-2EFD-42DB-B1A4-D44680F275E9}" srcOrd="0" destOrd="0" presId="urn:microsoft.com/office/officeart/2018/5/layout/CenteredIconLabelDescriptionList"/>
    <dgm:cxn modelId="{64566FE4-FBFA-43DF-AD19-E3D8F26B1E99}" srcId="{53639937-34EC-4D03-8F0E-342EB2DCA7A3}" destId="{D5922E06-A209-414E-82F6-29DE97EDAC73}" srcOrd="1" destOrd="0" parTransId="{DA5353DB-B3AA-4C02-8151-A48076AE8C05}" sibTransId="{C6C5DF37-D485-406B-9D3F-7C61A6578A08}"/>
    <dgm:cxn modelId="{346651F9-EADF-4C4D-AC59-FBCB956ACF15}" srcId="{53639937-34EC-4D03-8F0E-342EB2DCA7A3}" destId="{5DC2019A-A929-4CDB-9449-01BD48B7C597}" srcOrd="0" destOrd="0" parTransId="{8DBED18E-A3EB-4263-B456-060611854240}" sibTransId="{1C59C755-2DA8-4EAC-9589-200E76DF14F1}"/>
    <dgm:cxn modelId="{12CDE3FA-52C1-4159-BEC7-960EFF0F16F6}" type="presOf" srcId="{D5922E06-A209-414E-82F6-29DE97EDAC73}" destId="{2FC0F4AB-559A-4BB9-BAC5-4004C7665693}" srcOrd="0" destOrd="1" presId="urn:microsoft.com/office/officeart/2018/5/layout/CenteredIconLabelDescriptionList"/>
    <dgm:cxn modelId="{ED4C48FF-4B76-4E98-B76A-7120A952EDCC}" type="presParOf" srcId="{8B6821FE-09A3-4341-86BC-97F5D77831E1}" destId="{2091F8A2-83A9-4599-8980-A833B99096C2}" srcOrd="0" destOrd="0" presId="urn:microsoft.com/office/officeart/2018/5/layout/CenteredIconLabelDescriptionList"/>
    <dgm:cxn modelId="{7B9708CA-9C5C-49A4-A91E-A1F0EAC044C6}" type="presParOf" srcId="{2091F8A2-83A9-4599-8980-A833B99096C2}" destId="{5F4AC727-2CC5-440A-8DCB-8CC9B00CF190}" srcOrd="0" destOrd="0" presId="urn:microsoft.com/office/officeart/2018/5/layout/CenteredIconLabelDescriptionList"/>
    <dgm:cxn modelId="{AF3F3400-E5C1-4FA6-A8C1-6C1454788587}" type="presParOf" srcId="{2091F8A2-83A9-4599-8980-A833B99096C2}" destId="{DB300FF3-197F-4E1E-A732-2173C5A8105D}" srcOrd="1" destOrd="0" presId="urn:microsoft.com/office/officeart/2018/5/layout/CenteredIconLabelDescriptionList"/>
    <dgm:cxn modelId="{35F42637-2074-4384-A942-63D42E4DF954}" type="presParOf" srcId="{2091F8A2-83A9-4599-8980-A833B99096C2}" destId="{666CBFC5-5ADE-4A93-8965-256C0247217B}" srcOrd="2" destOrd="0" presId="urn:microsoft.com/office/officeart/2018/5/layout/CenteredIconLabelDescriptionList"/>
    <dgm:cxn modelId="{1ECA947A-AAB8-4745-80A2-3E2E2D789AC5}" type="presParOf" srcId="{2091F8A2-83A9-4599-8980-A833B99096C2}" destId="{BBFE7354-CB54-40E7-95CD-2232C7AD3BD7}" srcOrd="3" destOrd="0" presId="urn:microsoft.com/office/officeart/2018/5/layout/CenteredIconLabelDescriptionList"/>
    <dgm:cxn modelId="{1BE5E17C-4D2C-4EAD-9AA8-397F52905311}" type="presParOf" srcId="{2091F8A2-83A9-4599-8980-A833B99096C2}" destId="{F80D1399-2EFD-42DB-B1A4-D44680F275E9}" srcOrd="4" destOrd="0" presId="urn:microsoft.com/office/officeart/2018/5/layout/CenteredIconLabelDescriptionList"/>
    <dgm:cxn modelId="{469395B5-19CE-4BA2-BA9E-1BAF632227CB}" type="presParOf" srcId="{8B6821FE-09A3-4341-86BC-97F5D77831E1}" destId="{36A6F9A5-7B2D-46DA-9A7F-038D7886FAAC}" srcOrd="1" destOrd="0" presId="urn:microsoft.com/office/officeart/2018/5/layout/CenteredIconLabelDescriptionList"/>
    <dgm:cxn modelId="{EAEDD94E-B0D6-4C33-9827-3F658317EF3F}" type="presParOf" srcId="{8B6821FE-09A3-4341-86BC-97F5D77831E1}" destId="{F0B3E2BF-82DC-416C-9103-7EDA5FBD4876}" srcOrd="2" destOrd="0" presId="urn:microsoft.com/office/officeart/2018/5/layout/CenteredIconLabelDescriptionList"/>
    <dgm:cxn modelId="{1E71941B-2076-46FD-8EC9-C40BFE6D78A7}" type="presParOf" srcId="{F0B3E2BF-82DC-416C-9103-7EDA5FBD4876}" destId="{29357B4F-D613-4FCA-9873-6E9291886B13}" srcOrd="0" destOrd="0" presId="urn:microsoft.com/office/officeart/2018/5/layout/CenteredIconLabelDescriptionList"/>
    <dgm:cxn modelId="{E16F03EA-F509-45B9-B85C-5595D7BDF1EC}" type="presParOf" srcId="{F0B3E2BF-82DC-416C-9103-7EDA5FBD4876}" destId="{979D211C-9EBC-40B9-9225-61B16BD963F5}" srcOrd="1" destOrd="0" presId="urn:microsoft.com/office/officeart/2018/5/layout/CenteredIconLabelDescriptionList"/>
    <dgm:cxn modelId="{A47D0D56-2472-4ADF-89AE-D74B464E2DC3}" type="presParOf" srcId="{F0B3E2BF-82DC-416C-9103-7EDA5FBD4876}" destId="{6FED9A78-46E8-4F6A-A16F-697C1F279827}" srcOrd="2" destOrd="0" presId="urn:microsoft.com/office/officeart/2018/5/layout/CenteredIconLabelDescriptionList"/>
    <dgm:cxn modelId="{5490FCD7-61B6-4399-B478-A5C2A593AD95}" type="presParOf" srcId="{F0B3E2BF-82DC-416C-9103-7EDA5FBD4876}" destId="{D7F88BDF-0EE7-4143-99D3-8D19EBED4075}" srcOrd="3" destOrd="0" presId="urn:microsoft.com/office/officeart/2018/5/layout/CenteredIconLabelDescriptionList"/>
    <dgm:cxn modelId="{192F9EF7-AB49-42D7-BF23-6AF25C340305}" type="presParOf" srcId="{F0B3E2BF-82DC-416C-9103-7EDA5FBD4876}" destId="{2FC0F4AB-559A-4BB9-BAC5-4004C7665693}" srcOrd="4" destOrd="0" presId="urn:microsoft.com/office/officeart/2018/5/layout/CenteredIconLabelDescriptionList"/>
    <dgm:cxn modelId="{4C95CBF7-D22A-41B7-9851-82F7716D2C13}" type="presParOf" srcId="{8B6821FE-09A3-4341-86BC-97F5D77831E1}" destId="{1D72CB9E-A364-4AA1-A68A-F96510C4CBB6}" srcOrd="3" destOrd="0" presId="urn:microsoft.com/office/officeart/2018/5/layout/CenteredIconLabelDescriptionList"/>
    <dgm:cxn modelId="{5D722967-E476-43C5-A36F-27DF29C455FC}" type="presParOf" srcId="{8B6821FE-09A3-4341-86BC-97F5D77831E1}" destId="{C2C6CE0B-AA10-4C2D-8A98-32D1B320B194}" srcOrd="4" destOrd="0" presId="urn:microsoft.com/office/officeart/2018/5/layout/CenteredIconLabelDescriptionList"/>
    <dgm:cxn modelId="{A36B7C01-2DCD-47B5-8738-94B436BF8DBA}" type="presParOf" srcId="{C2C6CE0B-AA10-4C2D-8A98-32D1B320B194}" destId="{47677277-7B7D-4E68-9A9A-D426A6704F7F}" srcOrd="0" destOrd="0" presId="urn:microsoft.com/office/officeart/2018/5/layout/CenteredIconLabelDescriptionList"/>
    <dgm:cxn modelId="{8D686CEF-5E1C-4122-A9DE-F3D9647D98A3}" type="presParOf" srcId="{C2C6CE0B-AA10-4C2D-8A98-32D1B320B194}" destId="{8CD03DC0-553F-487B-A0C4-6A4D9A1264D6}" srcOrd="1" destOrd="0" presId="urn:microsoft.com/office/officeart/2018/5/layout/CenteredIconLabelDescriptionList"/>
    <dgm:cxn modelId="{CCE7E7BF-3E0A-444E-8B41-0FB8963B6C6B}" type="presParOf" srcId="{C2C6CE0B-AA10-4C2D-8A98-32D1B320B194}" destId="{6633749A-6A28-414A-9202-03873A6269C1}" srcOrd="2" destOrd="0" presId="urn:microsoft.com/office/officeart/2018/5/layout/CenteredIconLabelDescriptionList"/>
    <dgm:cxn modelId="{9F772BFE-CDE0-4B7E-B68D-FEFCF4FC8AA4}" type="presParOf" srcId="{C2C6CE0B-AA10-4C2D-8A98-32D1B320B194}" destId="{775A635D-1307-489C-8E4C-45F459AAB709}" srcOrd="3" destOrd="0" presId="urn:microsoft.com/office/officeart/2018/5/layout/CenteredIconLabelDescriptionList"/>
    <dgm:cxn modelId="{C13608A0-311B-477E-A090-7B9340AAFC19}" type="presParOf" srcId="{C2C6CE0B-AA10-4C2D-8A98-32D1B320B194}" destId="{C23D5668-9EF1-43A1-85BD-573AFDC8C4D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6E03B-B081-4993-B6D6-7848571D32ED}">
      <dsp:nvSpPr>
        <dsp:cNvPr id="0" name=""/>
        <dsp:cNvSpPr/>
      </dsp:nvSpPr>
      <dsp:spPr>
        <a:xfrm>
          <a:off x="0" y="93559"/>
          <a:ext cx="5961345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Rodzaje:</a:t>
          </a:r>
          <a:endParaRPr lang="en-US" sz="2800" kern="1200"/>
        </a:p>
      </dsp:txBody>
      <dsp:txXfrm>
        <a:off x="32784" y="126343"/>
        <a:ext cx="5895777" cy="606012"/>
      </dsp:txXfrm>
    </dsp:sp>
    <dsp:sp modelId="{BE14AA77-1C07-4F9A-8161-65E0CFAA4FEB}">
      <dsp:nvSpPr>
        <dsp:cNvPr id="0" name=""/>
        <dsp:cNvSpPr/>
      </dsp:nvSpPr>
      <dsp:spPr>
        <a:xfrm>
          <a:off x="0" y="765139"/>
          <a:ext cx="5961345" cy="75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27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200" b="1" kern="1200"/>
            <a:t>ArrayList </a:t>
          </a:r>
          <a:r>
            <a:rPr lang="pl-PL" sz="2200" kern="1200"/>
            <a:t>- implementacja tablicowa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200" b="1" kern="1200"/>
            <a:t>LinkedList </a:t>
          </a:r>
          <a:r>
            <a:rPr lang="pl-PL" sz="2200" kern="1200"/>
            <a:t>- implementacja wiązana</a:t>
          </a:r>
          <a:endParaRPr lang="en-US" sz="2200" kern="1200"/>
        </a:p>
      </dsp:txBody>
      <dsp:txXfrm>
        <a:off x="0" y="765139"/>
        <a:ext cx="5961345" cy="753480"/>
      </dsp:txXfrm>
    </dsp:sp>
    <dsp:sp modelId="{4EF5EEB7-1FED-4895-9DD3-40812D078C4F}">
      <dsp:nvSpPr>
        <dsp:cNvPr id="0" name=""/>
        <dsp:cNvSpPr/>
      </dsp:nvSpPr>
      <dsp:spPr>
        <a:xfrm>
          <a:off x="0" y="1518619"/>
          <a:ext cx="5961345" cy="6715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/>
            <a:t>Najważniejsze metody:</a:t>
          </a:r>
          <a:endParaRPr lang="en-US" sz="2800" kern="1200"/>
        </a:p>
      </dsp:txBody>
      <dsp:txXfrm>
        <a:off x="32784" y="1551403"/>
        <a:ext cx="5895777" cy="606012"/>
      </dsp:txXfrm>
    </dsp:sp>
    <dsp:sp modelId="{2CE4ACA6-F8DA-449D-A857-EFBBEE155AD8}">
      <dsp:nvSpPr>
        <dsp:cNvPr id="0" name=""/>
        <dsp:cNvSpPr/>
      </dsp:nvSpPr>
      <dsp:spPr>
        <a:xfrm>
          <a:off x="0" y="2190199"/>
          <a:ext cx="5961345" cy="312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27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200" b="1" kern="1200"/>
            <a:t>add(Object)</a:t>
          </a:r>
          <a:r>
            <a:rPr lang="pl-PL" sz="2200" kern="1200"/>
            <a:t> - dodaje element do listy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200" b="1" kern="1200"/>
            <a:t>remove(Object)</a:t>
          </a:r>
          <a:r>
            <a:rPr lang="pl-PL" sz="2200" kern="1200"/>
            <a:t> - usuwa pierwsze wystąpienie podanego obiektu z listy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200" b="1" kern="1200"/>
            <a:t>remove(int) </a:t>
          </a:r>
          <a:r>
            <a:rPr lang="pl-PL" sz="2200" kern="1200"/>
            <a:t>- usuwa z listy element o wskazanym indeksie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200" b="1" kern="1200"/>
            <a:t>size()</a:t>
          </a:r>
          <a:r>
            <a:rPr lang="pl-PL" sz="2200" kern="1200"/>
            <a:t> - odpowiednik własności length w przypadku tablic - zwraca rozmiar listy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l-PL" sz="2200" b="1" kern="1200"/>
            <a:t>get(int)</a:t>
          </a:r>
          <a:r>
            <a:rPr lang="pl-PL" sz="2200" kern="1200"/>
            <a:t> - pozwala odczytać element o wskazanym indeksie</a:t>
          </a:r>
          <a:endParaRPr lang="en-US" sz="2200" kern="1200"/>
        </a:p>
      </dsp:txBody>
      <dsp:txXfrm>
        <a:off x="0" y="2190199"/>
        <a:ext cx="5961345" cy="3129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80BCF-F02E-480F-901E-3D323B6BE0F5}">
      <dsp:nvSpPr>
        <dsp:cNvPr id="0" name=""/>
        <dsp:cNvSpPr/>
      </dsp:nvSpPr>
      <dsp:spPr>
        <a:xfrm>
          <a:off x="0" y="4075103"/>
          <a:ext cx="5961345" cy="13375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Sub-interface:</a:t>
          </a:r>
          <a:endParaRPr lang="en-US" sz="2200" kern="1200"/>
        </a:p>
      </dsp:txBody>
      <dsp:txXfrm>
        <a:off x="0" y="4075103"/>
        <a:ext cx="5961345" cy="722271"/>
      </dsp:txXfrm>
    </dsp:sp>
    <dsp:sp modelId="{9C6180BA-CFBD-4894-B374-96661AD433F4}">
      <dsp:nvSpPr>
        <dsp:cNvPr id="0" name=""/>
        <dsp:cNvSpPr/>
      </dsp:nvSpPr>
      <dsp:spPr>
        <a:xfrm>
          <a:off x="0" y="4770623"/>
          <a:ext cx="5961345" cy="61526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Blocking Queues, Transfer Queues</a:t>
          </a:r>
          <a:r>
            <a:rPr lang="en-US" sz="1200" kern="1200"/>
            <a:t> </a:t>
          </a:r>
          <a:r>
            <a:rPr lang="pl-PL" sz="1200" kern="1200"/>
            <a:t>i</a:t>
          </a:r>
          <a:r>
            <a:rPr lang="en-US" sz="1200" kern="1200"/>
            <a:t> </a:t>
          </a:r>
          <a:r>
            <a:rPr lang="en-US" sz="1200" i="1" kern="1200"/>
            <a:t>Deques</a:t>
          </a:r>
          <a:endParaRPr lang="en-US" sz="1200" kern="1200"/>
        </a:p>
      </dsp:txBody>
      <dsp:txXfrm>
        <a:off x="0" y="4770623"/>
        <a:ext cx="5961345" cy="615268"/>
      </dsp:txXfrm>
    </dsp:sp>
    <dsp:sp modelId="{69634748-A658-4A80-BBE2-12FFD5A31DE2}">
      <dsp:nvSpPr>
        <dsp:cNvPr id="0" name=""/>
        <dsp:cNvSpPr/>
      </dsp:nvSpPr>
      <dsp:spPr>
        <a:xfrm rot="10800000">
          <a:off x="0" y="2038030"/>
          <a:ext cx="5961345" cy="2057136"/>
        </a:xfrm>
        <a:prstGeom prst="upArrowCallou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Najważniejsze metody:</a:t>
          </a:r>
          <a:endParaRPr lang="en-US" sz="2200" kern="1200"/>
        </a:p>
      </dsp:txBody>
      <dsp:txXfrm rot="-10800000">
        <a:off x="0" y="2038030"/>
        <a:ext cx="5961345" cy="722054"/>
      </dsp:txXfrm>
    </dsp:sp>
    <dsp:sp modelId="{BD251953-9E55-4D9E-A787-4BE04195A518}">
      <dsp:nvSpPr>
        <dsp:cNvPr id="0" name=""/>
        <dsp:cNvSpPr/>
      </dsp:nvSpPr>
      <dsp:spPr>
        <a:xfrm>
          <a:off x="2910" y="2760084"/>
          <a:ext cx="1985174" cy="615083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offer()</a:t>
          </a:r>
          <a:r>
            <a:rPr lang="en-US" sz="1200" kern="1200"/>
            <a:t> – </a:t>
          </a:r>
          <a:r>
            <a:rPr lang="pl-PL" sz="1200" kern="1200"/>
            <a:t>wstawianie nowego elementu do kolejki</a:t>
          </a:r>
          <a:endParaRPr lang="en-US" sz="1200" kern="1200"/>
        </a:p>
      </dsp:txBody>
      <dsp:txXfrm>
        <a:off x="2910" y="2760084"/>
        <a:ext cx="1985174" cy="615083"/>
      </dsp:txXfrm>
    </dsp:sp>
    <dsp:sp modelId="{A5CF7B97-13EE-403E-B102-0ED8F47567A1}">
      <dsp:nvSpPr>
        <dsp:cNvPr id="0" name=""/>
        <dsp:cNvSpPr/>
      </dsp:nvSpPr>
      <dsp:spPr>
        <a:xfrm>
          <a:off x="1988085" y="2760084"/>
          <a:ext cx="1985174" cy="615083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poll()</a:t>
          </a:r>
          <a:r>
            <a:rPr lang="en-US" sz="1200" i="1" kern="1200"/>
            <a:t> </a:t>
          </a:r>
          <a:r>
            <a:rPr lang="en-US" sz="1200" kern="1200"/>
            <a:t>– </a:t>
          </a:r>
          <a:r>
            <a:rPr lang="pl-PL" sz="1200" kern="1200"/>
            <a:t>usunięcie elementu z początku kolejki</a:t>
          </a:r>
          <a:endParaRPr lang="en-US" sz="1200" kern="1200"/>
        </a:p>
      </dsp:txBody>
      <dsp:txXfrm>
        <a:off x="1988085" y="2760084"/>
        <a:ext cx="1985174" cy="615083"/>
      </dsp:txXfrm>
    </dsp:sp>
    <dsp:sp modelId="{11A81CB2-D535-4740-B2C2-280B7C0D24A3}">
      <dsp:nvSpPr>
        <dsp:cNvPr id="0" name=""/>
        <dsp:cNvSpPr/>
      </dsp:nvSpPr>
      <dsp:spPr>
        <a:xfrm>
          <a:off x="3973259" y="2760084"/>
          <a:ext cx="1985174" cy="615083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kern="1200"/>
            <a:t>peek()</a:t>
          </a:r>
          <a:r>
            <a:rPr lang="en-US" sz="1200" i="1" kern="1200"/>
            <a:t> –</a:t>
          </a:r>
          <a:r>
            <a:rPr lang="en-US" sz="1200" kern="1200"/>
            <a:t> </a:t>
          </a:r>
          <a:r>
            <a:rPr lang="pl-PL" sz="1200" kern="1200"/>
            <a:t>inspekcja (podgląd) pierwszego elementu kolejki, bez usuwania go</a:t>
          </a:r>
          <a:endParaRPr lang="en-US" sz="1200" kern="1200"/>
        </a:p>
      </dsp:txBody>
      <dsp:txXfrm>
        <a:off x="3973259" y="2760084"/>
        <a:ext cx="1985174" cy="615083"/>
      </dsp:txXfrm>
    </dsp:sp>
    <dsp:sp modelId="{D7894C68-638B-4874-ACAB-D213A3463BD4}">
      <dsp:nvSpPr>
        <dsp:cNvPr id="0" name=""/>
        <dsp:cNvSpPr/>
      </dsp:nvSpPr>
      <dsp:spPr>
        <a:xfrm rot="10800000">
          <a:off x="0" y="956"/>
          <a:ext cx="5961345" cy="2057136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Zdecydowana większość implementacji kolejek w języku Java działa w formie FIFO (first in – first out). Wyjątek stanowi kolejka priorytetowa.</a:t>
          </a:r>
          <a:endParaRPr lang="en-US" sz="2200" kern="1200"/>
        </a:p>
      </dsp:txBody>
      <dsp:txXfrm rot="10800000">
        <a:off x="0" y="956"/>
        <a:ext cx="5961345" cy="13366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AC727-2CC5-440A-8DCB-8CC9B00CF190}">
      <dsp:nvSpPr>
        <dsp:cNvPr id="0" name=""/>
        <dsp:cNvSpPr/>
      </dsp:nvSpPr>
      <dsp:spPr>
        <a:xfrm>
          <a:off x="584784" y="371788"/>
          <a:ext cx="621156" cy="6211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CBFC5-5ADE-4A93-8965-256C0247217B}">
      <dsp:nvSpPr>
        <dsp:cNvPr id="0" name=""/>
        <dsp:cNvSpPr/>
      </dsp:nvSpPr>
      <dsp:spPr>
        <a:xfrm>
          <a:off x="7996" y="1193755"/>
          <a:ext cx="1774731" cy="266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700" kern="1200"/>
            <a:t>Blocking Queue</a:t>
          </a:r>
          <a:endParaRPr lang="en-US" sz="1700" kern="1200"/>
        </a:p>
      </dsp:txBody>
      <dsp:txXfrm>
        <a:off x="7996" y="1193755"/>
        <a:ext cx="1774731" cy="266209"/>
      </dsp:txXfrm>
    </dsp:sp>
    <dsp:sp modelId="{F80D1399-2EFD-42DB-B1A4-D44680F275E9}">
      <dsp:nvSpPr>
        <dsp:cNvPr id="0" name=""/>
        <dsp:cNvSpPr/>
      </dsp:nvSpPr>
      <dsp:spPr>
        <a:xfrm>
          <a:off x="7996" y="1553365"/>
          <a:ext cx="1774731" cy="3488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Ten interfejs wspiera dodatkowe operacje, które wymuszają na wątku żeby poczekał w zależności od bieżącego stanu kolejki. Może zaczekać na kolejkę aż będzie niepusta (przy pobieraniu elementów) lub aż będzie pusta (w przypadku dodawania elementu).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b="1" kern="1200" dirty="0"/>
            <a:t>Implementacje: </a:t>
          </a:r>
          <a:r>
            <a:rPr lang="en-US" sz="1300" i="1" kern="1200" dirty="0" err="1"/>
            <a:t>LinkedBlockingQueue</a:t>
          </a:r>
          <a:endParaRPr lang="pl-PL" sz="1300" i="1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 dirty="0"/>
            <a:t>SynchronousQueue</a:t>
          </a:r>
          <a:endParaRPr lang="pl-PL" sz="1300" i="1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 dirty="0" err="1"/>
            <a:t>ArrayBlockingQueue</a:t>
          </a:r>
          <a:endParaRPr lang="en-US" sz="1300" kern="1200" dirty="0"/>
        </a:p>
      </dsp:txBody>
      <dsp:txXfrm>
        <a:off x="7996" y="1553365"/>
        <a:ext cx="1774731" cy="3488445"/>
      </dsp:txXfrm>
    </dsp:sp>
    <dsp:sp modelId="{29357B4F-D613-4FCA-9873-6E9291886B13}">
      <dsp:nvSpPr>
        <dsp:cNvPr id="0" name=""/>
        <dsp:cNvSpPr/>
      </dsp:nvSpPr>
      <dsp:spPr>
        <a:xfrm>
          <a:off x="2670094" y="371788"/>
          <a:ext cx="621156" cy="6211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D9A78-46E8-4F6A-A16F-697C1F279827}">
      <dsp:nvSpPr>
        <dsp:cNvPr id="0" name=""/>
        <dsp:cNvSpPr/>
      </dsp:nvSpPr>
      <dsp:spPr>
        <a:xfrm>
          <a:off x="2093306" y="1193755"/>
          <a:ext cx="1774731" cy="266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700" kern="1200"/>
            <a:t>Transfer Queue</a:t>
          </a:r>
          <a:endParaRPr lang="en-US" sz="1700" kern="1200"/>
        </a:p>
      </dsp:txBody>
      <dsp:txXfrm>
        <a:off x="2093306" y="1193755"/>
        <a:ext cx="1774731" cy="266209"/>
      </dsp:txXfrm>
    </dsp:sp>
    <dsp:sp modelId="{2FC0F4AB-559A-4BB9-BAC5-4004C7665693}">
      <dsp:nvSpPr>
        <dsp:cNvPr id="0" name=""/>
        <dsp:cNvSpPr/>
      </dsp:nvSpPr>
      <dsp:spPr>
        <a:xfrm>
          <a:off x="2093306" y="1553365"/>
          <a:ext cx="1774731" cy="3488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/>
            <a:t>Interfejs ten rozszerza </a:t>
          </a:r>
          <a:r>
            <a:rPr lang="en-US" sz="1300" i="1" kern="1200"/>
            <a:t>BlockingQueue </a:t>
          </a:r>
          <a:r>
            <a:rPr lang="pl-PL" sz="1300" kern="1200"/>
            <a:t>ale jest przeznaczony głównie do wsparcia wzorca producent-konsument</a:t>
          </a:r>
          <a:r>
            <a:rPr lang="en-US" sz="1300" kern="1200"/>
            <a:t>. </a:t>
          </a:r>
          <a:r>
            <a:rPr lang="pl-PL" sz="1300" kern="1200"/>
            <a:t>Kontroluje przepływ informacji od producenta do konsumenta</a:t>
          </a:r>
          <a:r>
            <a:rPr lang="en-US" sz="1300" b="1" kern="1200"/>
            <a:t>.</a:t>
          </a:r>
          <a:endParaRPr lang="en-US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b="1" kern="1200" dirty="0"/>
            <a:t>Implementacja: </a:t>
          </a:r>
          <a:r>
            <a:rPr lang="pl-PL" sz="1300" kern="1200" dirty="0" err="1"/>
            <a:t>LinkedTransferQueue</a:t>
          </a:r>
          <a:endParaRPr lang="en-US" sz="1300" kern="1200" dirty="0"/>
        </a:p>
      </dsp:txBody>
      <dsp:txXfrm>
        <a:off x="2093306" y="1553365"/>
        <a:ext cx="1774731" cy="3488445"/>
      </dsp:txXfrm>
    </dsp:sp>
    <dsp:sp modelId="{47677277-7B7D-4E68-9A9A-D426A6704F7F}">
      <dsp:nvSpPr>
        <dsp:cNvPr id="0" name=""/>
        <dsp:cNvSpPr/>
      </dsp:nvSpPr>
      <dsp:spPr>
        <a:xfrm>
          <a:off x="4755404" y="371788"/>
          <a:ext cx="621156" cy="6211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3749A-6A28-414A-9202-03873A6269C1}">
      <dsp:nvSpPr>
        <dsp:cNvPr id="0" name=""/>
        <dsp:cNvSpPr/>
      </dsp:nvSpPr>
      <dsp:spPr>
        <a:xfrm>
          <a:off x="4178616" y="1193755"/>
          <a:ext cx="1774731" cy="266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l-PL" sz="1700" b="1" i="1" kern="1200"/>
            <a:t>Deque</a:t>
          </a:r>
          <a:endParaRPr lang="en-US" sz="1700" kern="1200"/>
        </a:p>
      </dsp:txBody>
      <dsp:txXfrm>
        <a:off x="4178616" y="1193755"/>
        <a:ext cx="1774731" cy="266209"/>
      </dsp:txXfrm>
    </dsp:sp>
    <dsp:sp modelId="{C23D5668-9EF1-43A1-85BD-573AFDC8C4D1}">
      <dsp:nvSpPr>
        <dsp:cNvPr id="0" name=""/>
        <dsp:cNvSpPr/>
      </dsp:nvSpPr>
      <dsp:spPr>
        <a:xfrm>
          <a:off x="4178616" y="1553365"/>
          <a:ext cx="1774731" cy="3488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Deque</a:t>
          </a:r>
          <a:r>
            <a:rPr lang="en-US" sz="1300" kern="1200"/>
            <a:t> </a:t>
          </a:r>
          <a:r>
            <a:rPr lang="pl-PL" sz="1300" kern="1200"/>
            <a:t>to skrót od </a:t>
          </a:r>
          <a:r>
            <a:rPr lang="en-US" sz="1300" b="1" kern="1200"/>
            <a:t>D</a:t>
          </a:r>
          <a:r>
            <a:rPr lang="en-US" sz="1300" kern="1200"/>
            <a:t>ouble-</a:t>
          </a:r>
          <a:r>
            <a:rPr lang="en-US" sz="1300" b="1" kern="1200"/>
            <a:t>E</a:t>
          </a:r>
          <a:r>
            <a:rPr lang="en-US" sz="1300" kern="1200"/>
            <a:t>nded </a:t>
          </a:r>
          <a:r>
            <a:rPr lang="en-US" sz="1300" b="1" i="1" kern="1200"/>
            <a:t>Que</a:t>
          </a:r>
          <a:r>
            <a:rPr lang="en-US" sz="1300" i="1" kern="1200"/>
            <a:t>ue </a:t>
          </a:r>
          <a:r>
            <a:rPr lang="pl-PL" sz="1300" kern="1200"/>
            <a:t>i jest analogią do talii kart </a:t>
          </a:r>
          <a:r>
            <a:rPr lang="en-US" sz="1300" kern="1200"/>
            <a:t>– </a:t>
          </a:r>
          <a:r>
            <a:rPr lang="pl-PL" sz="1300" kern="1200"/>
            <a:t>elementy mogą być pobierane z obu stron </a:t>
          </a:r>
          <a:r>
            <a:rPr lang="en-US" sz="1300" i="1" kern="1200"/>
            <a:t>Deque</a:t>
          </a:r>
          <a:r>
            <a:rPr lang="en-US" sz="1300" kern="1200"/>
            <a:t>. </a:t>
          </a:r>
          <a:r>
            <a:rPr lang="pl-PL" sz="1300" kern="1200"/>
            <a:t>Analogicznie do </a:t>
          </a:r>
          <a:r>
            <a:rPr lang="en-US" sz="1300" i="1" kern="1200"/>
            <a:t>Queue, Deque </a:t>
          </a:r>
          <a:r>
            <a:rPr lang="pl-PL" sz="1300" kern="1200"/>
            <a:t>dostarcza</a:t>
          </a:r>
          <a:r>
            <a:rPr lang="en-US" sz="1300" kern="1200"/>
            <a:t> </a:t>
          </a:r>
          <a:r>
            <a:rPr lang="pl-PL" sz="1300" kern="1200"/>
            <a:t>metod do dodawania</a:t>
          </a:r>
          <a:r>
            <a:rPr lang="en-US" sz="1300" kern="1200"/>
            <a:t>, </a:t>
          </a:r>
          <a:r>
            <a:rPr lang="pl-PL" sz="1300" kern="1200"/>
            <a:t>pobierania i inspekcji elementów z przodu i z tyłu kolejki.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b="1" kern="1200"/>
            <a:t>Implementacja: </a:t>
          </a:r>
          <a:r>
            <a:rPr lang="pl-PL" sz="1300" b="0" kern="1200"/>
            <a:t>ArrayDeque</a:t>
          </a:r>
          <a:endParaRPr lang="en-US" sz="1300" b="1" kern="1200" dirty="0"/>
        </a:p>
      </dsp:txBody>
      <dsp:txXfrm>
        <a:off x="4178616" y="1553365"/>
        <a:ext cx="1774731" cy="3488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DD681A-43B5-4AA1-ACC6-9A5C4C35E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0025AD0-7340-4033-9ADD-B83143021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EDA74B-A5C5-42BD-A0AD-B006B032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EE11E2-2B13-4787-9C5B-C5187A93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576F652-2CC7-42E6-A1EF-8CC92F62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3472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439A65-E90A-4E2F-814D-84688EF7D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771528-CFE1-4957-AF77-9E95263F8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2AE2C88-E587-42B9-B95D-1C85490DC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68C7B2-8F27-4B40-AAC8-E9BCEB86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A8A87DD-DFFD-429E-8A5B-9A27B046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317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0E1F68-50BB-4331-84F7-6026DAA5D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C490F6C-788E-4FD0-95C7-09B43FB72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42EEEB2-6618-41B2-9BCF-58B2715D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6F4427-8BB8-42D1-B49E-D41B9A79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AC33AA-D04B-4E24-BC66-421B3CF7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141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1FB0CA-643A-45EE-84AE-D1EA3BCC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47974C3-B53D-4A87-8D69-01F529B7D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9F51A07-C532-459E-8CE5-F602D73EE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29CEBDC-7624-4627-9534-281E6FD0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7053FE8-B158-4A3C-97F4-04E059C9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76A6FC2-201E-4AAF-A521-35C20FEE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7783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4FDE00-2EB1-42D5-AB11-7A3977FA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CC829A7-CB29-4A95-9E6C-C78EDE39E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F4DF5DE-A4B1-4FC2-98A5-D23643816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0F9A34B-5E35-4636-A3F1-F93A230E7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0AF133E-03BC-42EA-89B7-388ABEC77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6BD1A32-6C46-48FE-86B7-6BF6697C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7417082-BC88-4E5C-B157-4E15B899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D813353-4F5D-44A9-8293-24806890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6492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41D77-DA27-4B39-A81A-186EB86A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441318C-37DD-4EF2-8496-F9ECFABE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19C281B-F16A-4704-9824-5BAE1E68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C030D8B-629A-4E27-9473-32E7F9F7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768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20F8C8E-654A-46A4-ACAC-4316730B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9E83B704-31F7-4995-A965-F8AE9DF8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421D5F6-CD97-41FB-B0DC-659936F9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66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4E10A1-501A-4A29-B945-1F42379E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063FCB-9754-4278-8F58-8A2AFE5FA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5CC48E4-23E3-4627-A14A-D29DB4808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8447A95-92FF-40C3-A2D7-5CDDB186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52932B4-D7D9-4DCC-9FE6-3D8B10EC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BD824B2-D96E-47A0-960E-160A2B86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261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B0AD40-E83B-402F-9B60-BD01DCE6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957D806-0577-4EF6-9E64-66A103FCE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CF704F9-FAEF-470A-86DB-5E8FB0624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5ABC75E-C07E-4CD2-8B6C-47FF3EC0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91B2A6D-CAD5-4958-BCEE-757CEE25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A8B6A4A-6C44-4E20-86AE-484A807D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83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D07C1E-6DA2-4E11-9649-441F781D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085599F-4E75-4BF3-A9D0-32DCCAD9C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2A9A054-DC81-4E8D-A090-E2423D53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01938C7-0501-4D3A-895C-B5D08067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870A02C-70F2-4AD0-8B36-5EE3EC5B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4261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1BED978-B517-4FFB-A4C0-D11A586A3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C5690B5-E8CD-4855-8084-98B269896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7F94998-9521-46EC-A753-AF230DDC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6600F35-FD2B-4394-B2FC-1F9B5ADD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D9470DE-08A5-4CE8-887F-94AB848C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738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C1D2401-FEFD-41E3-95C4-961D12B0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5C91544-B66A-47BA-B75F-345B1055F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8B72462-64EC-4F06-84DD-D4CE7ADE8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ECC6C-ADCC-44EA-A95F-DBB3E474E479}" type="datetimeFigureOut">
              <a:rPr lang="pl-PL" smtClean="0"/>
              <a:t>24.03.2020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6E6100E-E559-4F34-A208-C73163E2C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09DE2FB-969D-4D06-9BC4-8DEF6C721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CA16C-94ED-469E-BE83-08E99915CA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130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42565C-E3CC-4EF0-8093-88FCC788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8027347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7538D76-54EE-41D9-86C7-4F48DA81E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20" y="1471351"/>
            <a:ext cx="7108911" cy="4016621"/>
          </a:xfrm>
        </p:spPr>
        <p:txBody>
          <a:bodyPr anchor="ctr">
            <a:normAutofit/>
          </a:bodyPr>
          <a:lstStyle/>
          <a:p>
            <a:pPr algn="l"/>
            <a:r>
              <a:rPr lang="pl-PL" sz="6600"/>
              <a:t>Języki i Techniki Programowania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301802-6C78-4220-8A89-45589390B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3178" y="1845264"/>
            <a:ext cx="3000907" cy="3268794"/>
          </a:xfrm>
        </p:spPr>
        <p:txBody>
          <a:bodyPr anchor="ctr">
            <a:normAutofit/>
          </a:bodyPr>
          <a:lstStyle/>
          <a:p>
            <a:pPr algn="l"/>
            <a:r>
              <a:rPr lang="pl-PL" sz="2200"/>
              <a:t>Laboratorium nr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4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5EF91F6-9590-46AD-A322-1648C7CF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pl-PL" sz="4000" dirty="0"/>
              <a:t>Set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8168DC-3EB6-4EAF-8ACB-BB4DE0ED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pl-PL" sz="1300" b="1"/>
              <a:t>Set</a:t>
            </a:r>
            <a:r>
              <a:rPr lang="pl-PL" sz="1300"/>
              <a:t> jest interfejsem wchodzącym w skład Collections Framework.</a:t>
            </a:r>
          </a:p>
          <a:p>
            <a:r>
              <a:rPr lang="pl-PL" sz="1300" b="1"/>
              <a:t>HashSet</a:t>
            </a:r>
            <a:r>
              <a:rPr lang="pl-PL" sz="1300"/>
              <a:t> - podstawowa implementacja, zapewnia unikalność elementów, ale nie mamy żadnej gwarancji co do ich kolejności. Wewnętrznie wykorzystywana jest tablica mieszająca, co wymaga poprawnej implementacji metod </a:t>
            </a:r>
            <a:r>
              <a:rPr lang="pl-PL" sz="1300" b="1"/>
              <a:t>hashCode()</a:t>
            </a:r>
            <a:r>
              <a:rPr lang="pl-PL" sz="1300"/>
              <a:t> oraz </a:t>
            </a:r>
            <a:r>
              <a:rPr lang="pl-PL" sz="1300" b="1"/>
              <a:t>equals()</a:t>
            </a:r>
            <a:r>
              <a:rPr lang="pl-PL" sz="1300"/>
              <a:t>.</a:t>
            </a:r>
          </a:p>
          <a:p>
            <a:r>
              <a:rPr lang="pl-PL" sz="1300" b="1"/>
              <a:t>TreeSet</a:t>
            </a:r>
            <a:r>
              <a:rPr lang="pl-PL" sz="1300"/>
              <a:t> - implementacja oparta o drzewa czerwono czarne, która oprócz unikalności elementów gwarantuje nam uporządkowanie wstawianych elementów zgodnie z naturalnym porządkiem. Porządek ten wyznaczany jest poprzez implementację interfejsu </a:t>
            </a:r>
            <a:r>
              <a:rPr lang="pl-PL" sz="1300" i="1"/>
              <a:t>Comparable</a:t>
            </a:r>
            <a:r>
              <a:rPr lang="pl-PL" sz="1300"/>
              <a:t> lub zastosowanie odpowiedniego </a:t>
            </a:r>
            <a:r>
              <a:rPr lang="pl-PL" sz="1300" i="1"/>
              <a:t>Comparatora</a:t>
            </a:r>
            <a:r>
              <a:rPr lang="pl-PL" sz="1300"/>
              <a:t>.</a:t>
            </a:r>
          </a:p>
          <a:p>
            <a:r>
              <a:rPr lang="pl-PL" sz="1300" b="1" i="1"/>
              <a:t>LinkedHashSet</a:t>
            </a:r>
            <a:r>
              <a:rPr lang="pl-PL" sz="1300"/>
              <a:t> - implementacja wykorzystująca wewnętrznie zarówno tablicę mieszającą jak i dodatkową listę podwójnie wiązaną, dzięki czemu oprócz unikalności elementów zagwarantowana jest także kolejność elementów zgodna z tą w jakiej były one dodawane.</a:t>
            </a:r>
            <a:br>
              <a:rPr lang="pl-PL" sz="1300"/>
            </a:br>
            <a:endParaRPr lang="pl-PL" sz="130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java set hashset treeset linkedhashset">
            <a:extLst>
              <a:ext uri="{FF2B5EF4-FFF2-40B4-BE49-F238E27FC236}">
                <a16:creationId xmlns:a16="http://schemas.microsoft.com/office/drawing/2014/main" id="{4C080F59-700A-4A0D-88EC-C2E8199834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" r="1680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1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8D39654-22E7-44B9-AA6A-24332CA0D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l-PL" sz="4100">
                <a:solidFill>
                  <a:srgbClr val="FFFFFF"/>
                </a:solidFill>
              </a:rPr>
              <a:t>Set – najważniejsze metody</a:t>
            </a:r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ACF5B5E-F3FD-403D-8871-A1B1562FA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l-PL" sz="2400" b="1" err="1"/>
              <a:t>boolean</a:t>
            </a:r>
            <a:r>
              <a:rPr lang="pl-PL" sz="2400" b="1"/>
              <a:t> </a:t>
            </a:r>
            <a:r>
              <a:rPr lang="pl-PL" sz="2400" b="1" err="1"/>
              <a:t>add</a:t>
            </a:r>
            <a:r>
              <a:rPr lang="pl-PL" sz="2400" b="1"/>
              <a:t>(E e)</a:t>
            </a:r>
            <a:r>
              <a:rPr lang="pl-PL" sz="2400"/>
              <a:t> - dodaje unikalny element do zbioru, w przypadku, gdy element się powtarza dodawanie jest ignorowane. Unikalność jest sprawdzana na podstawie metod </a:t>
            </a:r>
            <a:r>
              <a:rPr lang="pl-PL" sz="2400" err="1"/>
              <a:t>hashCode</a:t>
            </a:r>
            <a:r>
              <a:rPr lang="pl-PL" sz="2400"/>
              <a:t>() i </a:t>
            </a:r>
            <a:r>
              <a:rPr lang="pl-PL" sz="2400" err="1"/>
              <a:t>equals</a:t>
            </a:r>
            <a:r>
              <a:rPr lang="pl-PL" sz="2400"/>
              <a:t>(). Do zbioru można dodać jedną wartość </a:t>
            </a:r>
            <a:r>
              <a:rPr lang="pl-PL" sz="2400" err="1"/>
              <a:t>null</a:t>
            </a:r>
            <a:endParaRPr lang="pl-PL" sz="2400"/>
          </a:p>
          <a:p>
            <a:r>
              <a:rPr lang="pl-PL" sz="2400" b="1" err="1"/>
              <a:t>boolean</a:t>
            </a:r>
            <a:r>
              <a:rPr lang="pl-PL" sz="2400" b="1"/>
              <a:t> </a:t>
            </a:r>
            <a:r>
              <a:rPr lang="pl-PL" sz="2400" b="1" err="1"/>
              <a:t>contains</a:t>
            </a:r>
            <a:r>
              <a:rPr lang="pl-PL" sz="2400" b="1"/>
              <a:t>(Object o)</a:t>
            </a:r>
            <a:r>
              <a:rPr lang="pl-PL" sz="2400"/>
              <a:t> - sprawdza, czy obiekt 'o' znajduje się w zbiorze</a:t>
            </a:r>
          </a:p>
          <a:p>
            <a:r>
              <a:rPr lang="pl-PL" sz="2400" b="1" err="1"/>
              <a:t>boolean</a:t>
            </a:r>
            <a:r>
              <a:rPr lang="pl-PL" sz="2400" b="1"/>
              <a:t> </a:t>
            </a:r>
            <a:r>
              <a:rPr lang="pl-PL" sz="2400" b="1" err="1"/>
              <a:t>isEmpty</a:t>
            </a:r>
            <a:r>
              <a:rPr lang="pl-PL" sz="2400" b="1"/>
              <a:t>()</a:t>
            </a:r>
            <a:r>
              <a:rPr lang="pl-PL" sz="2400"/>
              <a:t> - sprawdza, czy zbiór jest pusty</a:t>
            </a:r>
          </a:p>
          <a:p>
            <a:r>
              <a:rPr lang="pl-PL" sz="2400" b="1" err="1"/>
              <a:t>Iterator</a:t>
            </a:r>
            <a:r>
              <a:rPr lang="pl-PL" sz="2400" b="1"/>
              <a:t> </a:t>
            </a:r>
            <a:r>
              <a:rPr lang="pl-PL" sz="2400" b="1" err="1"/>
              <a:t>iterator</a:t>
            </a:r>
            <a:r>
              <a:rPr lang="pl-PL" sz="2400" b="1"/>
              <a:t>()</a:t>
            </a:r>
            <a:r>
              <a:rPr lang="pl-PL" sz="2400"/>
              <a:t> - zwraca </a:t>
            </a:r>
            <a:r>
              <a:rPr lang="pl-PL" sz="2400" err="1"/>
              <a:t>iterator</a:t>
            </a:r>
            <a:r>
              <a:rPr lang="pl-PL" sz="2400"/>
              <a:t>. Kolejność elementów jest zależna od tego z jakiej implementacji korzystamy</a:t>
            </a:r>
          </a:p>
          <a:p>
            <a:r>
              <a:rPr lang="pl-PL" sz="2400" b="1" err="1"/>
              <a:t>boolean</a:t>
            </a:r>
            <a:r>
              <a:rPr lang="pl-PL" sz="2400" b="1"/>
              <a:t> </a:t>
            </a:r>
            <a:r>
              <a:rPr lang="pl-PL" sz="2400" b="1" err="1"/>
              <a:t>remove</a:t>
            </a:r>
            <a:r>
              <a:rPr lang="pl-PL" sz="2400" b="1"/>
              <a:t>(Object o)</a:t>
            </a:r>
            <a:r>
              <a:rPr lang="pl-PL" sz="2400"/>
              <a:t> - usuwa element 'o' ze zbioru</a:t>
            </a:r>
          </a:p>
          <a:p>
            <a:r>
              <a:rPr lang="pl-PL" sz="2400" b="1" err="1"/>
              <a:t>int</a:t>
            </a:r>
            <a:r>
              <a:rPr lang="pl-PL" sz="2400" b="1"/>
              <a:t> </a:t>
            </a:r>
            <a:r>
              <a:rPr lang="pl-PL" sz="2400" b="1" err="1"/>
              <a:t>size</a:t>
            </a:r>
            <a:r>
              <a:rPr lang="pl-PL" sz="2400" b="1"/>
              <a:t>()</a:t>
            </a:r>
            <a:r>
              <a:rPr lang="pl-PL" sz="2400"/>
              <a:t> - zwraca rozmiar (ilość elementów) zbioru</a:t>
            </a:r>
          </a:p>
          <a:p>
            <a:endParaRPr lang="pl-PL" sz="2400"/>
          </a:p>
        </p:txBody>
      </p:sp>
    </p:spTree>
    <p:extLst>
      <p:ext uri="{BB962C8B-B14F-4D97-AF65-F5344CB8AC3E}">
        <p14:creationId xmlns:p14="http://schemas.microsoft.com/office/powerpoint/2010/main" val="37986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8C3900-B8A1-4965-88E6-CBCBFE067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594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4843732-3175-4EDD-98C3-96BE1BEF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24568"/>
            <a:ext cx="3351755" cy="5412920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chemeClr val="bg1"/>
                </a:solidFill>
              </a:rPr>
              <a:t>List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ACC136E-34E3-4C6F-A9F5-CD80AC28C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456962"/>
              </p:ext>
            </p:extLst>
          </p:nvPr>
        </p:nvGraphicFramePr>
        <p:xfrm>
          <a:off x="5392455" y="623888"/>
          <a:ext cx="5961345" cy="541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906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929797-8F4A-48C4-B463-BA89C1A2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l-PL" sz="4800" dirty="0"/>
              <a:t>Map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9CB8B2-DA43-4F7D-9702-2589FDB7F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pl-PL" sz="1900" b="1"/>
              <a:t>Map</a:t>
            </a:r>
            <a:r>
              <a:rPr lang="pl-PL" sz="1900"/>
              <a:t> jest interfejsem wchodzącym w skład Collections Framework Javy. W odróżnieniu od list oraz zbiorów, mapy nie implementują interfejsu Collection. Jest to związane z tym, że w mapach elementy przechowywane są w postaci par </a:t>
            </a:r>
            <a:r>
              <a:rPr lang="pl-PL" sz="1900" b="1"/>
              <a:t>klucz-wartość</a:t>
            </a:r>
            <a:r>
              <a:rPr lang="pl-PL" sz="1900"/>
              <a:t>, gdzie oba z tych elementów mogą być dowolnym typem obiektowym. W mapie do danego klucz może być przypisana tylko jedna wartość, gdy spróbujemy dodać kolejną wartość o tym samym kluczu to spowodujemy nadpisanie wartości już istniejącej.</a:t>
            </a:r>
          </a:p>
        </p:txBody>
      </p:sp>
      <p:pic>
        <p:nvPicPr>
          <p:cNvPr id="2050" name="Picture 2" descr="map treemap hashmap linkedhashmap">
            <a:extLst>
              <a:ext uri="{FF2B5EF4-FFF2-40B4-BE49-F238E27FC236}">
                <a16:creationId xmlns:a16="http://schemas.microsoft.com/office/drawing/2014/main" id="{B5292B70-6BDA-48A9-8535-A1BB757AF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r="-3" b="-3"/>
          <a:stretch/>
        </p:blipFill>
        <p:spPr bwMode="auto">
          <a:xfrm>
            <a:off x="5911532" y="2484255"/>
            <a:ext cx="515027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1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4536E3A-0475-4D7D-B5EB-3940E3634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Rodzaje map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407672D-CA5D-4D7A-99F4-25FAA9085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pl-PL" sz="1500" b="1" dirty="0" err="1">
                <a:solidFill>
                  <a:srgbClr val="000000"/>
                </a:solidFill>
              </a:rPr>
              <a:t>HashMap</a:t>
            </a:r>
            <a:endParaRPr lang="pl-PL" sz="15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l-PL" sz="1500" dirty="0">
                <a:solidFill>
                  <a:srgbClr val="000000"/>
                </a:solidFill>
              </a:rPr>
              <a:t>Podstawowa implementacja oparta podobnie jak </a:t>
            </a:r>
            <a:r>
              <a:rPr lang="pl-PL" sz="1500" dirty="0" err="1">
                <a:solidFill>
                  <a:srgbClr val="000000"/>
                </a:solidFill>
              </a:rPr>
              <a:t>HashSet</a:t>
            </a:r>
            <a:r>
              <a:rPr lang="pl-PL" sz="1500" dirty="0">
                <a:solidFill>
                  <a:srgbClr val="000000"/>
                </a:solidFill>
              </a:rPr>
              <a:t> o tablicę mieszaną, więc podobnie jak i ona nie gwarantuje żadnej kolejności elementów.</a:t>
            </a:r>
          </a:p>
          <a:p>
            <a:r>
              <a:rPr lang="pl-PL" sz="1500" b="1" dirty="0" err="1">
                <a:solidFill>
                  <a:srgbClr val="000000"/>
                </a:solidFill>
              </a:rPr>
              <a:t>TreeMap</a:t>
            </a:r>
            <a:endParaRPr lang="pl-PL" sz="15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l-PL" sz="1500" dirty="0">
                <a:solidFill>
                  <a:srgbClr val="000000"/>
                </a:solidFill>
              </a:rPr>
              <a:t>Implementacja, która zapewnia dodatkowo sortowanie na podstawie naturalnego porządku kluczy wyznaczanego przez implementację interfejsu </a:t>
            </a:r>
            <a:r>
              <a:rPr lang="pl-PL" sz="1500" i="1" dirty="0" err="1">
                <a:solidFill>
                  <a:srgbClr val="000000"/>
                </a:solidFill>
              </a:rPr>
              <a:t>Comparable</a:t>
            </a:r>
            <a:r>
              <a:rPr lang="pl-PL" sz="1500" dirty="0">
                <a:solidFill>
                  <a:srgbClr val="000000"/>
                </a:solidFill>
              </a:rPr>
              <a:t> lub zdefiniowaniu dodatkowego </a:t>
            </a:r>
            <a:r>
              <a:rPr lang="pl-PL" sz="1500" i="1" dirty="0" err="1">
                <a:solidFill>
                  <a:srgbClr val="000000"/>
                </a:solidFill>
              </a:rPr>
              <a:t>Comparatora</a:t>
            </a:r>
            <a:r>
              <a:rPr lang="pl-PL" sz="1500" dirty="0">
                <a:solidFill>
                  <a:srgbClr val="000000"/>
                </a:solidFill>
              </a:rPr>
              <a:t>. Podobnie jak </a:t>
            </a:r>
            <a:r>
              <a:rPr lang="pl-PL" sz="1500" dirty="0" err="1">
                <a:solidFill>
                  <a:srgbClr val="000000"/>
                </a:solidFill>
              </a:rPr>
              <a:t>TreeSet</a:t>
            </a:r>
            <a:r>
              <a:rPr lang="pl-PL" sz="1500" dirty="0">
                <a:solidFill>
                  <a:srgbClr val="000000"/>
                </a:solidFill>
              </a:rPr>
              <a:t>, </a:t>
            </a:r>
            <a:r>
              <a:rPr lang="pl-PL" sz="1500" dirty="0" err="1">
                <a:solidFill>
                  <a:srgbClr val="000000"/>
                </a:solidFill>
              </a:rPr>
              <a:t>TreeMap</a:t>
            </a:r>
            <a:r>
              <a:rPr lang="pl-PL" sz="1500" dirty="0">
                <a:solidFill>
                  <a:srgbClr val="000000"/>
                </a:solidFill>
              </a:rPr>
              <a:t> również wykorzystuje drzewa czerwono czarne.</a:t>
            </a:r>
          </a:p>
          <a:p>
            <a:r>
              <a:rPr lang="pl-PL" sz="1500" b="1" dirty="0" err="1">
                <a:solidFill>
                  <a:srgbClr val="000000"/>
                </a:solidFill>
              </a:rPr>
              <a:t>LinkedHashMap</a:t>
            </a:r>
            <a:endParaRPr lang="pl-PL" sz="15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l-PL" sz="1500" dirty="0">
                <a:solidFill>
                  <a:srgbClr val="000000"/>
                </a:solidFill>
              </a:rPr>
              <a:t>Implementacja mapy, która zapewnia zapamiętywanie kolejności dodawania elementów, co może być przydatne przy iteracji. Wykorzystuje tablicę mieszaną oraz listę wiązaną</a:t>
            </a:r>
          </a:p>
          <a:p>
            <a:pPr marL="0" indent="0">
              <a:buNone/>
            </a:pPr>
            <a:endParaRPr lang="pl-PL" sz="15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pl-PL" sz="1500" dirty="0">
                <a:solidFill>
                  <a:srgbClr val="000000"/>
                </a:solidFill>
              </a:rPr>
              <a:t>Wszystkie implementacje wymagają prawidłowej implementacji metod </a:t>
            </a:r>
            <a:r>
              <a:rPr lang="pl-PL" sz="1500" i="1" dirty="0" err="1">
                <a:solidFill>
                  <a:srgbClr val="000000"/>
                </a:solidFill>
              </a:rPr>
              <a:t>equals</a:t>
            </a:r>
            <a:r>
              <a:rPr lang="pl-PL" sz="1500" i="1" dirty="0">
                <a:solidFill>
                  <a:srgbClr val="000000"/>
                </a:solidFill>
              </a:rPr>
              <a:t>()</a:t>
            </a:r>
            <a:r>
              <a:rPr lang="pl-PL" sz="1500" dirty="0">
                <a:solidFill>
                  <a:srgbClr val="000000"/>
                </a:solidFill>
              </a:rPr>
              <a:t> i </a:t>
            </a:r>
            <a:r>
              <a:rPr lang="pl-PL" sz="1500" i="1" dirty="0" err="1">
                <a:solidFill>
                  <a:srgbClr val="000000"/>
                </a:solidFill>
              </a:rPr>
              <a:t>hashCode</a:t>
            </a:r>
            <a:r>
              <a:rPr lang="pl-PL" sz="1500" i="1" dirty="0">
                <a:solidFill>
                  <a:srgbClr val="000000"/>
                </a:solidFill>
              </a:rPr>
              <a:t>()</a:t>
            </a:r>
            <a:r>
              <a:rPr lang="pl-PL" sz="1500" dirty="0">
                <a:solidFill>
                  <a:srgbClr val="000000"/>
                </a:solidFill>
              </a:rPr>
              <a:t> w klasie definiującej klucz.</a:t>
            </a:r>
          </a:p>
          <a:p>
            <a:endParaRPr lang="pl-PL" sz="15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594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557B89C-00AD-40F4-AE6C-6D9DB87A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Map – najważniejsze metody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C893C06-209A-4132-9F97-3CD854FAE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pl-PL" sz="2000" b="1">
                <a:solidFill>
                  <a:srgbClr val="000000"/>
                </a:solidFill>
              </a:rPr>
              <a:t>put(K key, V value)</a:t>
            </a:r>
            <a:r>
              <a:rPr lang="pl-PL" sz="2000">
                <a:solidFill>
                  <a:srgbClr val="000000"/>
                </a:solidFill>
              </a:rPr>
              <a:t> - wstawia do mapy wartość 'v' przypisaną do klucza 'k'</a:t>
            </a:r>
          </a:p>
          <a:p>
            <a:r>
              <a:rPr lang="pl-PL" sz="2000" b="1">
                <a:solidFill>
                  <a:srgbClr val="000000"/>
                </a:solidFill>
              </a:rPr>
              <a:t>get(Object key)</a:t>
            </a:r>
            <a:r>
              <a:rPr lang="pl-PL" sz="2000">
                <a:solidFill>
                  <a:srgbClr val="000000"/>
                </a:solidFill>
              </a:rPr>
              <a:t> - zwraca wartość przypisaną do klucza 'key' lub null jeśli do takiego klucza nie jest przypisana żadna wartość</a:t>
            </a:r>
          </a:p>
          <a:p>
            <a:r>
              <a:rPr lang="pl-PL" sz="2000" b="1">
                <a:solidFill>
                  <a:srgbClr val="000000"/>
                </a:solidFill>
              </a:rPr>
              <a:t>remove(Object key)</a:t>
            </a:r>
            <a:r>
              <a:rPr lang="pl-PL" sz="2000">
                <a:solidFill>
                  <a:srgbClr val="000000"/>
                </a:solidFill>
              </a:rPr>
              <a:t> - usuwa z mapy wartość przypisaną do klucza 'key'</a:t>
            </a:r>
          </a:p>
          <a:p>
            <a:r>
              <a:rPr lang="pl-PL" sz="2000" b="1">
                <a:solidFill>
                  <a:srgbClr val="000000"/>
                </a:solidFill>
              </a:rPr>
              <a:t>isEmpty()</a:t>
            </a:r>
            <a:r>
              <a:rPr lang="pl-PL" sz="2000">
                <a:solidFill>
                  <a:srgbClr val="000000"/>
                </a:solidFill>
              </a:rPr>
              <a:t> - sprawdza, czy mapa jest pusta</a:t>
            </a:r>
          </a:p>
          <a:p>
            <a:r>
              <a:rPr lang="pl-PL" sz="2000" b="1">
                <a:solidFill>
                  <a:srgbClr val="000000"/>
                </a:solidFill>
              </a:rPr>
              <a:t>size()</a:t>
            </a:r>
            <a:r>
              <a:rPr lang="pl-PL" sz="2000">
                <a:solidFill>
                  <a:srgbClr val="000000"/>
                </a:solidFill>
              </a:rPr>
              <a:t> - zwraca rozmiar (ilość elementów) mapy</a:t>
            </a:r>
          </a:p>
          <a:p>
            <a:r>
              <a:rPr lang="pl-PL" sz="2000" b="1">
                <a:solidFill>
                  <a:srgbClr val="000000"/>
                </a:solidFill>
              </a:rPr>
              <a:t>keySet()</a:t>
            </a:r>
            <a:r>
              <a:rPr lang="pl-PL" sz="2000">
                <a:solidFill>
                  <a:srgbClr val="000000"/>
                </a:solidFill>
              </a:rPr>
              <a:t> - zwraca zbiór kluczy</a:t>
            </a:r>
          </a:p>
          <a:p>
            <a:r>
              <a:rPr lang="pl-PL" sz="2000" b="1">
                <a:solidFill>
                  <a:srgbClr val="000000"/>
                </a:solidFill>
              </a:rPr>
              <a:t>values()</a:t>
            </a:r>
            <a:r>
              <a:rPr lang="pl-PL" sz="2000">
                <a:solidFill>
                  <a:srgbClr val="000000"/>
                </a:solidFill>
              </a:rPr>
              <a:t> - zwraca kolekcję wartości</a:t>
            </a:r>
          </a:p>
          <a:p>
            <a:r>
              <a:rPr lang="pl-PL" sz="2000" b="1">
                <a:solidFill>
                  <a:srgbClr val="000000"/>
                </a:solidFill>
              </a:rPr>
              <a:t>Set&lt;Map.Entry&lt;K,V&gt;&gt; entrySet()</a:t>
            </a:r>
            <a:r>
              <a:rPr lang="pl-PL" sz="2000">
                <a:solidFill>
                  <a:srgbClr val="000000"/>
                </a:solidFill>
              </a:rPr>
              <a:t> - zwraca zbiór obiektów typu Map.Entry, które reprezentują kolejne rekordy w mapie na zasadzie klucz-wartość</a:t>
            </a:r>
          </a:p>
          <a:p>
            <a:endParaRPr lang="pl-PL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293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8C3900-B8A1-4965-88E6-CBCBFE067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594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4D28321-6D40-4A37-B276-172DC5E9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24568"/>
            <a:ext cx="3351755" cy="5412920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chemeClr val="bg1"/>
                </a:solidFill>
              </a:rPr>
              <a:t>Queue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1D28987-A875-489E-AB3C-61CBE7318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5461248"/>
              </p:ext>
            </p:extLst>
          </p:nvPr>
        </p:nvGraphicFramePr>
        <p:xfrm>
          <a:off x="5392455" y="623888"/>
          <a:ext cx="5961345" cy="541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223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C8C3900-B8A1-4965-88E6-CBCBFE067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594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CC147E4-FEB0-43EE-931E-11B751FF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24568"/>
            <a:ext cx="3351755" cy="5412920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chemeClr val="bg1"/>
                </a:solidFill>
              </a:rPr>
              <a:t>Queue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7DCE0A27-3696-4850-AC12-528FF025F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777170"/>
              </p:ext>
            </p:extLst>
          </p:nvPr>
        </p:nvGraphicFramePr>
        <p:xfrm>
          <a:off x="5392455" y="623888"/>
          <a:ext cx="5961345" cy="541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583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06A90D-C655-46FC-8824-FF944014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815C9C-6387-4F06-AE4B-D455AFD8A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Rozważ użycie interfejsów Set, List, Queue i Map dla każdego z następujących przypadków (zobacz specyfikację Java API). Ustal, który z nich jest najbardziej odpowiedni oraz wyjaśnij, jak użyć go w implementacji.</a:t>
            </a:r>
          </a:p>
          <a:p>
            <a:pPr lvl="1"/>
            <a:r>
              <a:rPr lang="pl-PL" dirty="0"/>
              <a:t>(i) Pewna firma chce odpowiednio zapisać swoich klientów. Każdego miesiąca będą oni losowo wybierani aby otrzymać mały upominek. Trzeba wybrać strukturę danych odpowiednią dla losowania.</a:t>
            </a:r>
          </a:p>
          <a:p>
            <a:pPr lvl="1"/>
            <a:r>
              <a:rPr lang="pl-PL" dirty="0"/>
              <a:t>(ii) Ta sama firma chce ponazywać produkty imionami swoich pracowników. Każde imię będzie użyte tylko raz. Trzeba przygotować listę imion.</a:t>
            </a:r>
          </a:p>
          <a:p>
            <a:pPr lvl="1"/>
            <a:r>
              <a:rPr lang="pl-PL" dirty="0"/>
              <a:t>(iii) W końcu firma ta zdecydowała się użyć tylko najczęściej występujących imion swoich pracowników do nazwania produktów. Policzono ilu pracowników posiada dane imię. Trzeba przygotować listę imion.</a:t>
            </a:r>
          </a:p>
          <a:p>
            <a:pPr lvl="1"/>
            <a:r>
              <a:rPr lang="pl-PL" dirty="0"/>
              <a:t>(iv) Firma chce rozprowadzić bilety na mecze lokalnej drużyny siatkarskiej. Trzeba skonstruować odpowiednią listę oczekujących.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95786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5F946A-B957-4B84-A4B2-7E20D22A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EF1A9D-7D0A-498C-A0B3-BEDDD4D2E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pl-PL" dirty="0"/>
              <a:t>Napisz program, który będzie losował nazwiska klientów z listy (zobacz punkt (i) poprzedniego zadania), a następnie je usuwał. Dokładniej, zaimplementuj klasę </a:t>
            </a:r>
            <a:r>
              <a:rPr lang="pl-PL" dirty="0" err="1"/>
              <a:t>Names</a:t>
            </a:r>
            <a:r>
              <a:rPr lang="pl-PL" dirty="0"/>
              <a:t> z obiektowym atrybutem </a:t>
            </a:r>
            <a:r>
              <a:rPr lang="pl-PL" dirty="0" err="1"/>
              <a:t>names</a:t>
            </a:r>
            <a:r>
              <a:rPr lang="pl-PL" dirty="0"/>
              <a:t> odpowiadającym wspomnianej liście i z obiektową metodą </a:t>
            </a:r>
            <a:r>
              <a:rPr lang="pl-PL" dirty="0" err="1"/>
              <a:t>choose</a:t>
            </a:r>
            <a:r>
              <a:rPr lang="pl-PL" dirty="0"/>
              <a:t>(), która zwraca losowo wybrane nazwisko z listy </a:t>
            </a:r>
            <a:r>
              <a:rPr lang="pl-PL" dirty="0" err="1"/>
              <a:t>names</a:t>
            </a:r>
            <a:r>
              <a:rPr lang="pl-PL" dirty="0"/>
              <a:t> usuwając je jednocześnie.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pl-PL" dirty="0"/>
              <a:t>Napisz program, który będzie wybierał najczęściej występujące imiona klientów z listy (zobacz punkt (iii) zadania powyżej), a następnie je usuwał. Dokładniej, zaimplementuj klasę </a:t>
            </a:r>
            <a:r>
              <a:rPr lang="pl-PL" dirty="0" err="1"/>
              <a:t>FrequentNames</a:t>
            </a:r>
            <a:r>
              <a:rPr lang="pl-PL" dirty="0"/>
              <a:t> z obiektowym atrybutem </a:t>
            </a:r>
            <a:r>
              <a:rPr lang="pl-PL" dirty="0" err="1"/>
              <a:t>frequentNames</a:t>
            </a:r>
            <a:r>
              <a:rPr lang="pl-PL" dirty="0"/>
              <a:t> i z obiektową metodą </a:t>
            </a:r>
            <a:r>
              <a:rPr lang="pl-PL" dirty="0" err="1"/>
              <a:t>choose</a:t>
            </a:r>
            <a:r>
              <a:rPr lang="pl-PL" dirty="0"/>
              <a:t>(), która zwraca najczęściej występujące imię z listy </a:t>
            </a:r>
            <a:r>
              <a:rPr lang="pl-PL" dirty="0" err="1"/>
              <a:t>frequentNames</a:t>
            </a:r>
            <a:r>
              <a:rPr lang="pl-PL" dirty="0"/>
              <a:t> usuwając je jednocześnie, oraz metodę insert(String </a:t>
            </a:r>
            <a:r>
              <a:rPr lang="pl-PL" dirty="0" err="1"/>
              <a:t>name</a:t>
            </a:r>
            <a:r>
              <a:rPr lang="pl-PL" dirty="0"/>
              <a:t>) wstawiającą imię do danej listy.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93184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A475B0-47EC-4AF4-850E-DF99D307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ZADANIA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034745-8C62-430A-9D90-CCAF26FB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pl-PL" dirty="0"/>
              <a:t>Zaimplementuj listy jednokierunkowe  zawierające liczby całkowite (typ </a:t>
            </a:r>
            <a:r>
              <a:rPr lang="pl-PL" dirty="0" err="1"/>
              <a:t>int</a:t>
            </a:r>
            <a:r>
              <a:rPr lang="pl-PL" dirty="0"/>
              <a:t>) bez użycia kolekcji. Lista ma się składać z kotwicy, tj. obiektu klasy </a:t>
            </a:r>
            <a:r>
              <a:rPr lang="pl-PL" dirty="0" err="1"/>
              <a:t>Anchor</a:t>
            </a:r>
            <a:r>
              <a:rPr lang="pl-PL" dirty="0"/>
              <a:t>, oraz elementów, tj. obiektów klasy Element. Obiekty klasy Element mają posiadać atrybut </a:t>
            </a:r>
            <a:r>
              <a:rPr lang="pl-PL" dirty="0" err="1"/>
              <a:t>val</a:t>
            </a:r>
            <a:r>
              <a:rPr lang="pl-PL" dirty="0"/>
              <a:t> typu </a:t>
            </a:r>
            <a:r>
              <a:rPr lang="pl-PL" dirty="0" err="1"/>
              <a:t>int</a:t>
            </a:r>
            <a:r>
              <a:rPr lang="pl-PL" dirty="0"/>
              <a:t> oraz opcjonalnie wskaźnik na następny element listy, dokładniej obiekt klasy Element. Klasa </a:t>
            </a:r>
            <a:r>
              <a:rPr lang="pl-PL" dirty="0" err="1"/>
              <a:t>Anchor</a:t>
            </a:r>
            <a:r>
              <a:rPr lang="pl-PL" dirty="0"/>
              <a:t> ma posiadać atrybut </a:t>
            </a:r>
            <a:r>
              <a:rPr lang="pl-PL" dirty="0" err="1"/>
              <a:t>first</a:t>
            </a:r>
            <a:r>
              <a:rPr lang="pl-PL" dirty="0"/>
              <a:t> typu Element wskazujący na pierwszy element listy oraz metody:</a:t>
            </a:r>
          </a:p>
          <a:p>
            <a:pPr lvl="1"/>
            <a:r>
              <a:rPr lang="pl-PL" dirty="0" err="1"/>
              <a:t>insertAtTheFront</a:t>
            </a:r>
            <a:r>
              <a:rPr lang="pl-PL" dirty="0"/>
              <a:t>(</a:t>
            </a:r>
            <a:r>
              <a:rPr lang="pl-PL" dirty="0" err="1"/>
              <a:t>int</a:t>
            </a:r>
            <a:r>
              <a:rPr lang="pl-PL" dirty="0"/>
              <a:t> x) – wstawiającą liczbę x na początek listy</a:t>
            </a:r>
          </a:p>
          <a:p>
            <a:pPr lvl="1"/>
            <a:r>
              <a:rPr lang="pl-PL" dirty="0" err="1"/>
              <a:t>insertAtTheEnd</a:t>
            </a:r>
            <a:r>
              <a:rPr lang="pl-PL" dirty="0"/>
              <a:t>(</a:t>
            </a:r>
            <a:r>
              <a:rPr lang="pl-PL" dirty="0" err="1"/>
              <a:t>int</a:t>
            </a:r>
            <a:r>
              <a:rPr lang="pl-PL" dirty="0"/>
              <a:t> x) – wstawiającą liczbę x na koniec listy</a:t>
            </a:r>
          </a:p>
          <a:p>
            <a:pPr lvl="1"/>
            <a:r>
              <a:rPr lang="pl-PL" dirty="0" err="1"/>
              <a:t>removeFirst</a:t>
            </a:r>
            <a:r>
              <a:rPr lang="pl-PL" dirty="0"/>
              <a:t>() – usuwającą pierwszy element listy</a:t>
            </a:r>
          </a:p>
          <a:p>
            <a:pPr lvl="1"/>
            <a:r>
              <a:rPr lang="pl-PL" dirty="0" err="1"/>
              <a:t>removeLast</a:t>
            </a:r>
            <a:r>
              <a:rPr lang="pl-PL" dirty="0"/>
              <a:t>() – usuwającą ostatni element listy</a:t>
            </a:r>
          </a:p>
          <a:p>
            <a:pPr lvl="1"/>
            <a:r>
              <a:rPr lang="pl-PL" dirty="0" err="1"/>
              <a:t>toString</a:t>
            </a:r>
            <a:r>
              <a:rPr lang="pl-PL" dirty="0"/>
              <a:t>() – zwracająca string reprezentujący daną listę</a:t>
            </a:r>
          </a:p>
          <a:p>
            <a:pPr lvl="1"/>
            <a:r>
              <a:rPr lang="pl-PL" dirty="0" err="1"/>
              <a:t>equals</a:t>
            </a:r>
            <a:r>
              <a:rPr lang="pl-PL" dirty="0"/>
              <a:t>(Object o) – sprawdzającą, czy dwie listy zawierają dokładnie te same liczby w tym samym porządku; jeśli tak, ma ona zwracać </a:t>
            </a:r>
            <a:r>
              <a:rPr lang="pl-PL" dirty="0" err="1"/>
              <a:t>true</a:t>
            </a:r>
            <a:r>
              <a:rPr lang="pl-PL" dirty="0"/>
              <a:t>, w przeciwnym wypadku </a:t>
            </a:r>
            <a:r>
              <a:rPr lang="pl-PL" dirty="0" err="1"/>
              <a:t>false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708722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1217</Words>
  <Application>Microsoft Office PowerPoint</Application>
  <PresentationFormat>Panoramiczny</PresentationFormat>
  <Paragraphs>81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Motyw pakietu Office</vt:lpstr>
      <vt:lpstr>Języki i Techniki Programowania</vt:lpstr>
      <vt:lpstr>Set</vt:lpstr>
      <vt:lpstr>Set – najważniejsze metody</vt:lpstr>
      <vt:lpstr>List</vt:lpstr>
      <vt:lpstr>Map</vt:lpstr>
      <vt:lpstr>Rodzaje map</vt:lpstr>
      <vt:lpstr>Map – najważniejsze metody</vt:lpstr>
      <vt:lpstr>Queue</vt:lpstr>
      <vt:lpstr>Queue</vt:lpstr>
      <vt:lpstr>ZADANIA</vt:lpstr>
      <vt:lpstr>ZADANIA</vt:lpstr>
      <vt:lpstr>ZADANIA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Języki i Techniki Programowania</dc:title>
  <dc:creator>Kukiełka Marcin</dc:creator>
  <cp:lastModifiedBy>Tomasz Gutowski</cp:lastModifiedBy>
  <cp:revision>2</cp:revision>
  <dcterms:created xsi:type="dcterms:W3CDTF">2020-03-15T11:40:38Z</dcterms:created>
  <dcterms:modified xsi:type="dcterms:W3CDTF">2020-03-24T08:44:07Z</dcterms:modified>
</cp:coreProperties>
</file>